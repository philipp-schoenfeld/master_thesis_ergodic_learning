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howGuides="1">
      <p:cViewPr varScale="1">
        <p:scale>
          <a:sx n="151" d="100"/>
          <a:sy n="151" d="100"/>
        </p:scale>
        <p:origin x="180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F91C-777B-2B6B-C056-9F5F9CA18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9991B-6D4E-CDB9-ECED-66678780A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CDC4C-F665-1F5D-8F0B-5586E1EF5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C9EB9-6111-9462-8963-A442FEE9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82D60-EDE9-0F0A-791C-A38C16428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5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952BD-8862-DA0E-A07E-DAD6CD0B7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EACBB-698A-C396-E0C1-EA4751C80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F47BF-4074-5940-87BB-36370126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7C8EA-FE70-D974-C964-46C7549EF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9BAF9-15BF-F05F-F014-1BA248343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0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DD31-5D43-8776-8775-4FF95B286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26834-FB6D-BAE1-76C8-2AC4C32B9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3DC76-FE32-764E-0FCA-1F45D27C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13DA1-F93F-80B8-D216-BF7812D98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8C7AC-4E03-57BB-3FB3-73798ACC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3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B7166-88FB-5A64-6E3C-5C811104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2CEEE-DBB9-EDA2-1794-204A74B5F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6C2EF-E657-7036-0B51-E3F9CE69C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9E757-FA46-74EA-AACA-64EA3122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77E83-1645-86B5-9E74-B1A7DFFA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E9B2F-8DDC-5EF8-83DB-8344D7AD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56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9734D-6BC2-6341-3B1F-B36420446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0D60-5249-1589-88F0-221A0657A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3358D-4A86-AF96-E7FF-7E397A53F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38A5C8-252F-1123-41D1-2BB6212C6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5A1C9B-4CB1-4BD8-CDD3-4FE37AA74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B1B195-809B-122C-B182-A42D4B7FE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95FE9-6524-74BF-9C50-EF008FD48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22746-6824-67C2-8D80-5286DA91B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7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F5D3D-CDB3-7D26-CD04-E83C73AE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3A50F-5C1D-8FCA-B4DD-A190057C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761E8-DDC2-98F5-7D35-2168DDFEE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C477B-29FE-B225-B176-1EB463AD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6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1E2FB-DCD1-4DFA-6147-32AA7E8E5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3B0F39-8EFD-E0D3-F8DC-73B4C6E0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3A539-01AD-D38D-6853-EC3B1515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21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6D74-2099-64F5-E98E-A074B3058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176C-3346-A287-568E-93FF32E6F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09FD5-DE98-1519-2B1C-9378D228E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4C0D5-E08F-9AE0-B688-69C18EA6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45876-4F33-BA23-536B-A2557F24F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DC44F-D157-7E09-3798-70523EB0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9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35081-65C7-8F4E-1E3F-60F11C0B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313204-ED7A-D391-93B7-81EE3865AF5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6B949-F051-4671-67C0-ADADFCE13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8A45A-E406-002E-4A7E-35E4D269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42833-A6D7-46B3-99E2-98BBD408B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C7E90-E7FE-BE5A-8CE4-32B056582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8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29041-8165-FB17-23EC-BE4873D0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5DBA5-AD91-0AC5-2BA5-682521CC9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666C4-7C77-C00A-D2D5-F31FFA2FE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8386B-F958-7F36-6074-157139CA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89426-4A8F-841E-B7E1-BF70DF9BD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25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ED5A2-C6C1-A0A2-B2FC-A002523CF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25147-9DC6-7C84-0E48-6B1929793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47EAA-863B-7829-045E-9A287A38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9400A-9DCB-9A25-D61A-10F877F9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7D1C2-48E8-BA8F-9E89-340EE7AA7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2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250E1E-D84F-608D-99F8-14F887547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395A5-D735-0519-9F1B-3B5523486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3502A-89F6-E3F8-DCE0-9C2A898BB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0A146-A463-40A3-ADA2-BE12998990D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6EF4D-66BB-44E4-75C3-F172BD83B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57F9F-A008-9210-1DD9-7E4326A46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F9769-65B9-42BF-B5D5-637E08DEA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50BA-8B3C-B213-3DDB-27EFD4F65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</a:t>
            </a:r>
            <a:r>
              <a:rPr lang="de-DE" dirty="0" err="1"/>
              <a:t>notes</a:t>
            </a:r>
            <a:r>
              <a:rPr lang="de-DE" dirty="0"/>
              <a:t> 11.21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80E7C-5066-85D8-58FD-8149C97DD8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0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39A66-27A6-615A-B702-1711DFC07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Things </a:t>
            </a:r>
            <a:r>
              <a:rPr lang="de-DE" dirty="0" err="1"/>
              <a:t>done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F241F-97DA-F365-D62B-12F70F130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Extended </a:t>
            </a:r>
            <a:r>
              <a:rPr lang="de-DE" dirty="0" err="1"/>
              <a:t>training</a:t>
            </a:r>
            <a:r>
              <a:rPr lang="de-DE" dirty="0"/>
              <a:t> DB:</a:t>
            </a:r>
          </a:p>
          <a:p>
            <a:pPr lvl="1"/>
            <a:r>
              <a:rPr lang="de-DE" dirty="0" err="1"/>
              <a:t>Instead</a:t>
            </a:r>
            <a:r>
              <a:rPr lang="de-DE" dirty="0"/>
              <a:t> of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 on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r>
              <a:rPr lang="de-DE" dirty="0"/>
              <a:t>, </a:t>
            </a:r>
            <a:r>
              <a:rPr lang="de-DE" dirty="0" err="1"/>
              <a:t>randomly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regions</a:t>
            </a:r>
            <a:r>
              <a:rPr lang="de-DE" dirty="0"/>
              <a:t> on </a:t>
            </a:r>
            <a:r>
              <a:rPr lang="de-DE" dirty="0" err="1"/>
              <a:t>workspace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the different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endParaRPr lang="de-DE" dirty="0"/>
          </a:p>
          <a:p>
            <a:pPr lvl="1"/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r>
              <a:rPr lang="de-DE" dirty="0"/>
              <a:t> + </a:t>
            </a:r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region</a:t>
            </a:r>
            <a:r>
              <a:rPr lang="de-DE" dirty="0"/>
              <a:t> </a:t>
            </a:r>
            <a:r>
              <a:rPr lang="de-DE" dirty="0" err="1"/>
              <a:t>represented</a:t>
            </a:r>
            <a:r>
              <a:rPr lang="de-DE" dirty="0"/>
              <a:t> as GP</a:t>
            </a:r>
          </a:p>
          <a:p>
            <a:pPr lvl="1"/>
            <a:r>
              <a:rPr lang="de-DE" dirty="0"/>
              <a:t>Create  a </a:t>
            </a:r>
            <a:r>
              <a:rPr lang="de-DE" dirty="0" err="1"/>
              <a:t>teacher</a:t>
            </a:r>
            <a:r>
              <a:rPr lang="de-DE" dirty="0"/>
              <a:t> </a:t>
            </a:r>
            <a:r>
              <a:rPr lang="de-DE" dirty="0" err="1"/>
              <a:t>trajectory</a:t>
            </a:r>
            <a:r>
              <a:rPr lang="de-DE" dirty="0"/>
              <a:t> on GP</a:t>
            </a:r>
          </a:p>
          <a:p>
            <a:pPr lvl="1"/>
            <a:r>
              <a:rPr lang="de-DE" dirty="0"/>
              <a:t>Training </a:t>
            </a:r>
            <a:r>
              <a:rPr lang="de-DE" dirty="0" err="1"/>
              <a:t>finished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morning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r>
              <a:rPr lang="de-DE" dirty="0"/>
              <a:t>More </a:t>
            </a:r>
            <a:r>
              <a:rPr lang="de-DE" dirty="0" err="1"/>
              <a:t>evaluation</a:t>
            </a:r>
            <a:endParaRPr lang="de-DE" dirty="0"/>
          </a:p>
          <a:p>
            <a:r>
              <a:rPr lang="de-DE" dirty="0" err="1"/>
              <a:t>Comparison</a:t>
            </a:r>
            <a:r>
              <a:rPr lang="de-DE" dirty="0"/>
              <a:t> to </a:t>
            </a:r>
            <a:r>
              <a:rPr lang="en-US" dirty="0"/>
              <a:t>Flow Matching Ergodic Coverage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848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1C2E-9E17-E9FF-1D37-AD8AE4423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 </a:t>
            </a:r>
            <a:r>
              <a:rPr lang="de-DE" dirty="0" err="1"/>
              <a:t>svdg</a:t>
            </a:r>
            <a:r>
              <a:rPr lang="de-DE" dirty="0"/>
              <a:t> </a:t>
            </a:r>
            <a:r>
              <a:rPr lang="de-DE" dirty="0" err="1"/>
              <a:t>iteration</a:t>
            </a:r>
            <a:r>
              <a:rPr lang="de-DE" dirty="0"/>
              <a:t> </a:t>
            </a:r>
            <a:r>
              <a:rPr lang="de-DE" dirty="0" err="1"/>
              <a:t>untill</a:t>
            </a:r>
            <a:r>
              <a:rPr lang="de-DE" dirty="0"/>
              <a:t> </a:t>
            </a:r>
            <a:r>
              <a:rPr lang="de-DE" dirty="0" err="1"/>
              <a:t>ergodicity</a:t>
            </a:r>
            <a:r>
              <a:rPr lang="de-DE" dirty="0"/>
              <a:t> / J </a:t>
            </a:r>
            <a:r>
              <a:rPr lang="de-DE" dirty="0" err="1"/>
              <a:t>convergence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3AABB4-15D6-F733-D240-E6EBF3AE6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24" y="1656068"/>
            <a:ext cx="5621176" cy="4539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6C1BCA-9653-460B-CDA0-6699A61E51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163" y="1998661"/>
            <a:ext cx="5384708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286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FC44-13A2-B5BB-E9ED-EE46CEBC3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C290-B8B7-2781-5477-23CE28EB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864" y="365125"/>
            <a:ext cx="3280316" cy="1325563"/>
          </a:xfrm>
        </p:spPr>
        <p:txBody>
          <a:bodyPr/>
          <a:lstStyle/>
          <a:p>
            <a:r>
              <a:rPr lang="de-DE" dirty="0"/>
              <a:t>Evaluation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E8B33C-0686-4A36-9900-D445032110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932" y="0"/>
            <a:ext cx="9002751" cy="68868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D50337-32CC-4666-339E-3EC024642F92}"/>
              </a:ext>
            </a:extLst>
          </p:cNvPr>
          <p:cNvSpPr txBox="1"/>
          <p:nvPr/>
        </p:nvSpPr>
        <p:spPr>
          <a:xfrm>
            <a:off x="198864" y="2055813"/>
            <a:ext cx="2863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Replanning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Execute </a:t>
            </a:r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unit</a:t>
            </a:r>
            <a:r>
              <a:rPr lang="de-DE" dirty="0"/>
              <a:t>, update, </a:t>
            </a:r>
            <a:r>
              <a:rPr lang="de-DE" dirty="0" err="1"/>
              <a:t>replan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Developement</a:t>
            </a:r>
            <a:r>
              <a:rPr lang="de-DE" dirty="0"/>
              <a:t> of </a:t>
            </a:r>
            <a:r>
              <a:rPr lang="de-DE" dirty="0" err="1"/>
              <a:t>ergodicity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10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E3B8-EAD7-41BF-EA01-28849D4E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7C40-67FB-82A8-3B8E-C12068C0D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64B9B6-4F83-2B20-195E-F0AC59220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673" y="0"/>
            <a:ext cx="8665327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982F9-ADA5-C95B-44B8-3C5425E62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910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46B8-7929-0FC2-DDFC-48C511C4C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Target </a:t>
            </a:r>
            <a:r>
              <a:rPr lang="de-DE" dirty="0" err="1"/>
              <a:t>shape</a:t>
            </a:r>
            <a:r>
              <a:rPr lang="de-DE" dirty="0"/>
              <a:t> </a:t>
            </a:r>
            <a:r>
              <a:rPr lang="de-DE" dirty="0" err="1"/>
              <a:t>recovery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C5AFD8-46ED-2050-B164-572E71C861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662" y="1825625"/>
            <a:ext cx="53706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5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CEDA-41C3-D813-F823-F7D68C90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Recreate</a:t>
            </a:r>
            <a:r>
              <a:rPr lang="de-DE" dirty="0"/>
              <a:t> </a:t>
            </a:r>
            <a:r>
              <a:rPr lang="de-DE" dirty="0" err="1"/>
              <a:t>evaluations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sun</a:t>
            </a:r>
            <a:r>
              <a:rPr lang="de-DE" dirty="0"/>
              <a:t> et 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646ED-8F41-4544-8CC6-51FC172BC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Problems to </a:t>
            </a:r>
            <a:r>
              <a:rPr lang="de-DE" dirty="0" err="1"/>
              <a:t>recreate</a:t>
            </a:r>
            <a:r>
              <a:rPr lang="de-DE" dirty="0"/>
              <a:t>/</a:t>
            </a:r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fig</a:t>
            </a:r>
            <a:r>
              <a:rPr lang="de-DE" dirty="0"/>
              <a:t> 6</a:t>
            </a:r>
          </a:p>
          <a:p>
            <a:r>
              <a:rPr lang="de-DE" dirty="0"/>
              <a:t>Very </a:t>
            </a:r>
            <a:r>
              <a:rPr lang="de-DE" dirty="0" err="1"/>
              <a:t>short</a:t>
            </a:r>
            <a:r>
              <a:rPr lang="de-DE" dirty="0"/>
              <a:t> </a:t>
            </a:r>
            <a:r>
              <a:rPr lang="de-DE" dirty="0" err="1"/>
              <a:t>explaination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code </a:t>
            </a:r>
            <a:r>
              <a:rPr lang="de-DE" dirty="0" err="1"/>
              <a:t>comparison</a:t>
            </a:r>
            <a:endParaRPr lang="de-DE" dirty="0"/>
          </a:p>
          <a:p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 it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the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r>
              <a:rPr lang="de-DE" dirty="0"/>
              <a:t> in the </a:t>
            </a:r>
            <a:r>
              <a:rPr lang="de-DE" dirty="0" err="1"/>
              <a:t>lower</a:t>
            </a:r>
            <a:r>
              <a:rPr lang="de-DE" dirty="0"/>
              <a:t> </a:t>
            </a:r>
            <a:r>
              <a:rPr lang="de-DE" dirty="0" err="1"/>
              <a:t>center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693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6811-E39A-98DF-A312-DED3EADB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r>
              <a:rPr lang="de-DE" dirty="0"/>
              <a:t> to </a:t>
            </a:r>
            <a:r>
              <a:rPr lang="de-DE" dirty="0" err="1"/>
              <a:t>fig</a:t>
            </a:r>
            <a:r>
              <a:rPr lang="de-DE" dirty="0"/>
              <a:t> 11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72044-AEDB-4DFE-BB8F-1CDBBEC88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RQ5 qualitative grid">
            <a:extLst>
              <a:ext uri="{FF2B5EF4-FFF2-40B4-BE49-F238E27FC236}">
                <a16:creationId xmlns:a16="http://schemas.microsoft.com/office/drawing/2014/main" id="{E193C5DB-3BC8-BA07-7FD5-ED231D4C27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27"/>
          <a:stretch>
            <a:fillRect/>
          </a:stretch>
        </p:blipFill>
        <p:spPr>
          <a:xfrm>
            <a:off x="1955181" y="1825625"/>
            <a:ext cx="91440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68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4692-7716-BF50-93A5-E111B9933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Researchquestions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C5E3F-1B1A-49BE-7461-3D43668EC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Does the CFM </a:t>
            </a:r>
            <a:r>
              <a:rPr lang="de-DE" dirty="0" err="1"/>
              <a:t>intialization</a:t>
            </a:r>
            <a:r>
              <a:rPr lang="de-DE" dirty="0"/>
              <a:t> </a:t>
            </a:r>
            <a:r>
              <a:rPr lang="de-DE" dirty="0" err="1"/>
              <a:t>allow</a:t>
            </a:r>
            <a:r>
              <a:rPr lang="de-DE" dirty="0"/>
              <a:t> for a </a:t>
            </a:r>
            <a:r>
              <a:rPr lang="de-DE" dirty="0" err="1"/>
              <a:t>faster</a:t>
            </a:r>
            <a:r>
              <a:rPr lang="de-DE" dirty="0"/>
              <a:t> </a:t>
            </a:r>
            <a:r>
              <a:rPr lang="de-DE" b="1" dirty="0" err="1"/>
              <a:t>ergodicity</a:t>
            </a:r>
            <a:r>
              <a:rPr lang="de-DE" b="1" dirty="0"/>
              <a:t> </a:t>
            </a:r>
            <a:r>
              <a:rPr lang="de-DE" b="1" dirty="0" err="1"/>
              <a:t>convergencs</a:t>
            </a:r>
            <a:r>
              <a:rPr lang="de-DE" b="1" dirty="0"/>
              <a:t> in </a:t>
            </a:r>
            <a:r>
              <a:rPr lang="de-DE" b="1" dirty="0" err="1"/>
              <a:t>general</a:t>
            </a:r>
            <a:r>
              <a:rPr lang="de-DE" dirty="0"/>
              <a:t>? – </a:t>
            </a:r>
            <a:r>
              <a:rPr lang="de-DE" dirty="0">
                <a:solidFill>
                  <a:schemeClr val="accent6"/>
                </a:solidFill>
              </a:rPr>
              <a:t>Yes</a:t>
            </a:r>
          </a:p>
          <a:p>
            <a:r>
              <a:rPr lang="de-DE" dirty="0"/>
              <a:t>Does the CFM </a:t>
            </a:r>
            <a:r>
              <a:rPr lang="de-DE" dirty="0" err="1"/>
              <a:t>intialization</a:t>
            </a:r>
            <a:r>
              <a:rPr lang="de-DE" dirty="0"/>
              <a:t> </a:t>
            </a:r>
            <a:r>
              <a:rPr lang="de-DE" dirty="0" err="1"/>
              <a:t>allow</a:t>
            </a:r>
            <a:r>
              <a:rPr lang="de-DE" dirty="0"/>
              <a:t> for a </a:t>
            </a:r>
            <a:r>
              <a:rPr lang="de-DE" dirty="0" err="1"/>
              <a:t>faster</a:t>
            </a:r>
            <a:r>
              <a:rPr lang="de-DE" dirty="0"/>
              <a:t> </a:t>
            </a:r>
            <a:r>
              <a:rPr lang="de-DE" b="1" dirty="0" err="1"/>
              <a:t>ergodic</a:t>
            </a:r>
            <a:r>
              <a:rPr lang="de-DE" b="1" dirty="0"/>
              <a:t> </a:t>
            </a:r>
            <a:r>
              <a:rPr lang="de-DE" b="1" dirty="0" err="1"/>
              <a:t>coverage</a:t>
            </a:r>
            <a:r>
              <a:rPr lang="de-DE" b="1" dirty="0"/>
              <a:t> of </a:t>
            </a:r>
            <a:r>
              <a:rPr lang="de-DE" b="1" dirty="0" err="1"/>
              <a:t>unknown</a:t>
            </a:r>
            <a:r>
              <a:rPr lang="de-DE" b="1" dirty="0"/>
              <a:t> </a:t>
            </a:r>
            <a:r>
              <a:rPr lang="de-DE" b="1" dirty="0" err="1"/>
              <a:t>regions</a:t>
            </a:r>
            <a:r>
              <a:rPr lang="de-DE" dirty="0"/>
              <a:t>? - </a:t>
            </a:r>
            <a:r>
              <a:rPr lang="de-DE" dirty="0">
                <a:solidFill>
                  <a:schemeClr val="accent6"/>
                </a:solidFill>
              </a:rPr>
              <a:t>Yes</a:t>
            </a:r>
          </a:p>
          <a:p>
            <a:r>
              <a:rPr lang="de-DE" dirty="0"/>
              <a:t>Does the CFM </a:t>
            </a:r>
            <a:r>
              <a:rPr lang="de-DE" dirty="0" err="1"/>
              <a:t>intialization</a:t>
            </a:r>
            <a:r>
              <a:rPr lang="de-DE" dirty="0"/>
              <a:t> </a:t>
            </a:r>
            <a:r>
              <a:rPr lang="de-DE" dirty="0" err="1"/>
              <a:t>allow</a:t>
            </a:r>
            <a:r>
              <a:rPr lang="de-DE" dirty="0"/>
              <a:t> for a </a:t>
            </a:r>
            <a:r>
              <a:rPr lang="de-DE" dirty="0" err="1"/>
              <a:t>faster</a:t>
            </a:r>
            <a:r>
              <a:rPr lang="de-DE" dirty="0"/>
              <a:t> </a:t>
            </a:r>
            <a:r>
              <a:rPr lang="de-DE" dirty="0" err="1"/>
              <a:t>recovery</a:t>
            </a:r>
            <a:r>
              <a:rPr lang="de-DE" dirty="0"/>
              <a:t> of </a:t>
            </a:r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regions</a:t>
            </a:r>
            <a:r>
              <a:rPr lang="de-DE" dirty="0"/>
              <a:t>? – </a:t>
            </a:r>
            <a:r>
              <a:rPr lang="de-DE" dirty="0">
                <a:solidFill>
                  <a:srgbClr val="FFC000"/>
                </a:solidFill>
              </a:rPr>
              <a:t>Not </a:t>
            </a:r>
            <a:r>
              <a:rPr lang="de-DE" dirty="0" err="1">
                <a:solidFill>
                  <a:srgbClr val="FFC000"/>
                </a:solidFill>
              </a:rPr>
              <a:t>really</a:t>
            </a:r>
            <a:r>
              <a:rPr lang="de-DE" dirty="0">
                <a:solidFill>
                  <a:srgbClr val="FFC000"/>
                </a:solidFill>
              </a:rPr>
              <a:t> – </a:t>
            </a:r>
            <a:r>
              <a:rPr lang="de-DE" dirty="0" err="1">
                <a:solidFill>
                  <a:srgbClr val="FFC000"/>
                </a:solidFill>
              </a:rPr>
              <a:t>Yet</a:t>
            </a:r>
            <a:r>
              <a:rPr lang="de-DE" dirty="0">
                <a:solidFill>
                  <a:srgbClr val="FFC000"/>
                </a:solidFill>
              </a:rPr>
              <a:t>?</a:t>
            </a:r>
          </a:p>
          <a:p>
            <a:endParaRPr lang="en-US" dirty="0"/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88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2B354-61BB-5EDB-4134-460A2D51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Plans for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3EB1A-1D91-D3DD-665B-9B372F5CF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Test </a:t>
            </a:r>
            <a:r>
              <a:rPr lang="de-DE" dirty="0" err="1"/>
              <a:t>new</a:t>
            </a:r>
            <a:r>
              <a:rPr lang="de-DE" dirty="0"/>
              <a:t>  </a:t>
            </a:r>
            <a:r>
              <a:rPr lang="de-DE" dirty="0" err="1"/>
              <a:t>model</a:t>
            </a:r>
            <a:endParaRPr lang="de-DE" dirty="0"/>
          </a:p>
          <a:p>
            <a:r>
              <a:rPr lang="de-DE" dirty="0"/>
              <a:t>Implement </a:t>
            </a:r>
            <a:r>
              <a:rPr lang="de-DE" dirty="0" err="1"/>
              <a:t>MuJoCo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for a </a:t>
            </a:r>
            <a:r>
              <a:rPr lang="de-DE" dirty="0" err="1"/>
              <a:t>realistic</a:t>
            </a:r>
            <a:r>
              <a:rPr lang="de-DE" dirty="0"/>
              <a:t> lab </a:t>
            </a:r>
            <a:r>
              <a:rPr lang="de-DE" dirty="0" err="1"/>
              <a:t>setting</a:t>
            </a:r>
            <a:endParaRPr lang="de-DE" dirty="0"/>
          </a:p>
          <a:p>
            <a:r>
              <a:rPr lang="de-DE" dirty="0"/>
              <a:t>Open Questions: How to deal </a:t>
            </a:r>
            <a:r>
              <a:rPr lang="de-DE" dirty="0" err="1"/>
              <a:t>with</a:t>
            </a:r>
            <a:r>
              <a:rPr lang="de-DE" dirty="0"/>
              <a:t> 3D </a:t>
            </a:r>
            <a:r>
              <a:rPr lang="de-DE" dirty="0" err="1"/>
              <a:t>obstacles</a:t>
            </a:r>
            <a:r>
              <a:rPr lang="de-DE" dirty="0"/>
              <a:t> for the </a:t>
            </a:r>
            <a:r>
              <a:rPr lang="de-DE" dirty="0" err="1"/>
              <a:t>robot</a:t>
            </a:r>
            <a:r>
              <a:rPr lang="de-DE" dirty="0"/>
              <a:t> arm, not </a:t>
            </a:r>
            <a:r>
              <a:rPr lang="de-DE" dirty="0" err="1"/>
              <a:t>only</a:t>
            </a:r>
            <a:r>
              <a:rPr lang="de-DE" dirty="0"/>
              <a:t> the </a:t>
            </a:r>
            <a:r>
              <a:rPr lang="de-DE" dirty="0" err="1"/>
              <a:t>endeffector</a:t>
            </a:r>
            <a:r>
              <a:rPr lang="de-DE"/>
              <a:t>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28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Meeting notes 11.21</vt:lpstr>
      <vt:lpstr>Things done</vt:lpstr>
      <vt:lpstr>Evaluation svdg iteration untill ergodicity / J convergence</vt:lpstr>
      <vt:lpstr>Evaluation</vt:lpstr>
      <vt:lpstr>Evaluation</vt:lpstr>
      <vt:lpstr>Target shape recovery</vt:lpstr>
      <vt:lpstr>Recreate evaluations from sun et al</vt:lpstr>
      <vt:lpstr>Comparison to fig 11</vt:lpstr>
      <vt:lpstr>Researchquestions</vt:lpstr>
      <vt:lpstr>Plans 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 Schönfeld</dc:creator>
  <cp:lastModifiedBy>Philipp Schönfeld</cp:lastModifiedBy>
  <cp:revision>2</cp:revision>
  <dcterms:created xsi:type="dcterms:W3CDTF">2026-10-08T09:21:13Z</dcterms:created>
  <dcterms:modified xsi:type="dcterms:W3CDTF">2026-10-08T09:59:06Z</dcterms:modified>
</cp:coreProperties>
</file>