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8" r:id="rId9"/>
    <p:sldId id="270" r:id="rId10"/>
    <p:sldId id="271" r:id="rId11"/>
    <p:sldId id="267" r:id="rId12"/>
    <p:sldId id="257" r:id="rId13"/>
    <p:sldId id="259" r:id="rId14"/>
    <p:sldId id="258" r:id="rId15"/>
    <p:sldId id="26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891" autoAdjust="0"/>
  </p:normalViewPr>
  <p:slideViewPr>
    <p:cSldViewPr snapToGrid="0" showGuides="1">
      <p:cViewPr>
        <p:scale>
          <a:sx n="150" d="100"/>
          <a:sy n="150" d="100"/>
        </p:scale>
        <p:origin x="222" y="1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1EBB6-9A7C-CA80-A111-7674A5FCC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E306CE-B051-E825-CFB7-DC2CE04F5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C9D32-5FB6-894A-2C6D-487B2FF9D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94259-D224-4D80-AA87-F25BCF95E4A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C6CEF-70D1-B829-2B7E-E8102B5F0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A3727-7E6A-99DE-3E35-48BC2AAE6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5F52A-4626-412A-A3CD-9CD7F7AEC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03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A1890-30BF-1F42-1EDF-955E49DA9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3D796-2433-1B4B-3F8F-1122A5E2E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07B19-E8D6-74A2-A178-0E55A7E55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94259-D224-4D80-AA87-F25BCF95E4A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DBDB4-632B-DA26-0FC7-0D19E0C4E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84075-B5D3-7919-AE9F-9A773E839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5F52A-4626-412A-A3CD-9CD7F7AEC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203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9D118-1630-BCC9-AE11-9BD173DDF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0270F-F89B-D1A0-FC40-9F771181D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5E56D-C25E-B199-A386-F819CF631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94259-D224-4D80-AA87-F25BCF95E4A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3C54F-85EA-E05F-999A-FEBFFA20F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66A73-5E7A-D460-CDCF-3431D9591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5F52A-4626-412A-A3CD-9CD7F7AEC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95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73975-AA4E-6CD7-99B4-7EB60177A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F5742-7FC9-86D0-3CE0-6C12EA238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AB6CE-BD9D-1BCD-EBC4-A3DDED72D6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C8404-CC85-F674-AF75-406975EA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94259-D224-4D80-AA87-F25BCF95E4A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D08D2-9A2E-CED8-A119-F94DEACB4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68884-1CD5-AFA3-E746-DB8CDFECB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5F52A-4626-412A-A3CD-9CD7F7AEC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991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354FD-AB8D-4908-4D5C-B96D79728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1F88AD-9495-9C9D-3D9C-95DBB689B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D0410C-B74F-D124-1AE4-4EFCEF12F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97B362-5B7D-3E49-B690-829BC23331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512601-F59F-FBEA-51F3-B0759D0596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657D58-A9FF-7F5F-785E-21CBCDE1D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94259-D224-4D80-AA87-F25BCF95E4A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D1D319-2263-F8F4-63F0-C0BE452C9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0CD514-D258-EC11-C115-9CD33295C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5F52A-4626-412A-A3CD-9CD7F7AEC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63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AAC28-68E1-7F1D-4E36-77ADB33E0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292B1E-3AF4-5B8D-4C1D-1E7CF918D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94259-D224-4D80-AA87-F25BCF95E4A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40E5F1-013B-1EC4-9FF2-5964D4A07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A5A08-E133-30A3-B845-16ECAFD6D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5F52A-4626-412A-A3CD-9CD7F7AEC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92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47CCDE-FF40-23ED-7217-4F715E840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94259-D224-4D80-AA87-F25BCF95E4A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E01304-0851-CEE8-C39C-F14FED732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9BDA8-2903-B41F-B857-6D484D13B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5F52A-4626-412A-A3CD-9CD7F7AEC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50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7077D-13DF-728E-5597-87219EF08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62CF7-EBE1-533E-AD02-9882E6306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518E3-11BC-1C64-15FE-F2AB47F52E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D6715-921D-70EA-A58D-153379148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94259-D224-4D80-AA87-F25BCF95E4A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412C9F-C645-B975-E737-49CEB1284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0E0AC-5005-0487-0DFD-F7AF3883F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5F52A-4626-412A-A3CD-9CD7F7AEC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515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72255-559D-DC6B-DB9E-FFB3E57CB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E4559D-5CEC-E062-B4CF-9916E16DD6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7D76C-83F2-150B-BF05-8FC75D150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EF6E0-9BB9-C819-B9E9-9CA28994B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94259-D224-4D80-AA87-F25BCF95E4A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4F6B2-7F0B-3279-66A7-501C5963B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C2720-ACC0-0921-63A1-C4B23C75B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5F52A-4626-412A-A3CD-9CD7F7AEC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416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7B502-B679-5708-6FFA-937CF9C62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F02ACF-5212-4410-D5BE-4D8F5FA5BE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A4732-0E17-2536-6A14-864A505E7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94259-D224-4D80-AA87-F25BCF95E4A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6F769-ADA3-EDFF-908A-BB520D52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9CAB1-BB2F-FCB7-54B1-3985DEECE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5F52A-4626-412A-A3CD-9CD7F7AEC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64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4B43D3-6996-2675-5555-C35D7949A5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A0CD7-3D98-243C-45DD-42B80B8EB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24725-D404-3CF4-0EBA-220570261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94259-D224-4D80-AA87-F25BCF95E4A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B1E7-1106-DB55-63D5-A78E9557F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6711B-8540-F610-ED8F-E39FF5533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5F52A-4626-412A-A3CD-9CD7F7AEC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264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6941DD-E7D4-0C9A-1A07-3F2BEE8F0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D9E98-58C0-E972-B99A-D2F4FCBA4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C20C3-B6BD-B04A-E5F9-AC9FA518DF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D94259-D224-4D80-AA87-F25BCF95E4A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B8BCB-848E-6875-AC3D-DA4CC54DBB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5F882-2150-4F3F-859B-437235866B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A5F52A-4626-412A-A3CD-9CD7F7AEC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62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E32B0-AEC8-D02F-3277-F71BF349C1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Meeting </a:t>
            </a:r>
            <a:r>
              <a:rPr lang="de-DE" dirty="0" err="1"/>
              <a:t>notes</a:t>
            </a:r>
            <a:r>
              <a:rPr lang="de-DE" dirty="0"/>
              <a:t> 03.09.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729130-CB35-674F-3949-4384CC1DEF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02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27DF-81D0-4CE6-4DE4-312F69115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Constraints: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0F200-5EF4-10E2-FE84-A1DA6F178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Obstacle </a:t>
            </a:r>
            <a:r>
              <a:rPr lang="de-DE" dirty="0" err="1"/>
              <a:t>constraint</a:t>
            </a:r>
            <a:r>
              <a:rPr lang="de-DE" dirty="0"/>
              <a:t> (</a:t>
            </a:r>
            <a:r>
              <a:rPr lang="de-DE" dirty="0" err="1"/>
              <a:t>alread</a:t>
            </a:r>
            <a:r>
              <a:rPr lang="de-DE" dirty="0"/>
              <a:t> </a:t>
            </a:r>
            <a:r>
              <a:rPr lang="de-DE" dirty="0" err="1"/>
              <a:t>implemented</a:t>
            </a:r>
            <a:r>
              <a:rPr lang="de-DE" dirty="0"/>
              <a:t>)</a:t>
            </a:r>
          </a:p>
          <a:p>
            <a:r>
              <a:rPr lang="de-DE" dirty="0" err="1"/>
              <a:t>Bounding</a:t>
            </a:r>
            <a:r>
              <a:rPr lang="de-DE" dirty="0"/>
              <a:t> box </a:t>
            </a:r>
            <a:r>
              <a:rPr lang="de-DE" dirty="0" err="1"/>
              <a:t>constraints</a:t>
            </a:r>
            <a:endParaRPr lang="de-DE" dirty="0"/>
          </a:p>
          <a:p>
            <a:r>
              <a:rPr lang="de-DE" dirty="0"/>
              <a:t>Fix </a:t>
            </a:r>
            <a:r>
              <a:rPr lang="de-DE" dirty="0" err="1"/>
              <a:t>point</a:t>
            </a:r>
            <a:r>
              <a:rPr lang="de-DE" dirty="0"/>
              <a:t> </a:t>
            </a:r>
            <a:r>
              <a:rPr lang="de-DE" dirty="0" err="1"/>
              <a:t>contraint</a:t>
            </a:r>
            <a:endParaRPr lang="de-DE" dirty="0"/>
          </a:p>
          <a:p>
            <a:r>
              <a:rPr lang="de-DE" dirty="0"/>
              <a:t>3D 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penetration</a:t>
            </a:r>
            <a:r>
              <a:rPr lang="de-DE" dirty="0"/>
              <a:t> </a:t>
            </a:r>
            <a:r>
              <a:rPr lang="de-DE" dirty="0" err="1"/>
              <a:t>constraints</a:t>
            </a:r>
            <a:endParaRPr lang="de-DE" dirty="0"/>
          </a:p>
          <a:p>
            <a:r>
              <a:rPr lang="de-DE" dirty="0" err="1"/>
              <a:t>Length</a:t>
            </a:r>
            <a:r>
              <a:rPr lang="de-DE" dirty="0"/>
              <a:t> </a:t>
            </a:r>
            <a:r>
              <a:rPr lang="de-DE" dirty="0" err="1"/>
              <a:t>constraints</a:t>
            </a:r>
            <a:r>
              <a:rPr lang="de-DE" dirty="0"/>
              <a:t> – still </a:t>
            </a:r>
            <a:r>
              <a:rPr lang="de-DE" dirty="0" err="1"/>
              <a:t>difficult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General </a:t>
            </a:r>
            <a:r>
              <a:rPr lang="de-DE" dirty="0" err="1"/>
              <a:t>approach</a:t>
            </a:r>
            <a:r>
              <a:rPr lang="de-DE" dirty="0"/>
              <a:t> – </a:t>
            </a:r>
            <a:r>
              <a:rPr lang="de-DE" dirty="0" err="1"/>
              <a:t>enforce</a:t>
            </a:r>
            <a:r>
              <a:rPr lang="de-DE" dirty="0"/>
              <a:t> </a:t>
            </a:r>
            <a:r>
              <a:rPr lang="de-DE" dirty="0" err="1"/>
              <a:t>constraints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forces</a:t>
            </a:r>
            <a:r>
              <a:rPr lang="de-DE" dirty="0"/>
              <a:t> </a:t>
            </a:r>
            <a:r>
              <a:rPr lang="de-DE" dirty="0" err="1"/>
              <a:t>during</a:t>
            </a:r>
            <a:r>
              <a:rPr lang="de-DE" dirty="0"/>
              <a:t> </a:t>
            </a:r>
            <a:r>
              <a:rPr lang="de-DE" dirty="0" err="1"/>
              <a:t>inference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373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5767A-5A24-6410-2F00-5E148FC4A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522C7-9FF5-8F52-D3D9-A79034995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Constraints: </a:t>
            </a:r>
            <a:r>
              <a:rPr lang="de-DE" dirty="0" err="1"/>
              <a:t>Bounding</a:t>
            </a:r>
            <a:r>
              <a:rPr lang="de-DE" dirty="0"/>
              <a:t> box </a:t>
            </a:r>
            <a:r>
              <a:rPr lang="de-DE" dirty="0" err="1"/>
              <a:t>constraints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A7261E-4D9B-EB35-0C07-29B646D173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1311274"/>
            <a:ext cx="5070310" cy="55595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002054-F44E-AA32-8C2A-A27211C8F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35100"/>
            <a:ext cx="5070311" cy="555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92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6E712-5592-1F71-4EF8-9FA99B463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2C120-70FC-2270-9A25-6109C7049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Constraints: Fix </a:t>
            </a:r>
            <a:r>
              <a:rPr lang="de-DE" dirty="0" err="1"/>
              <a:t>point</a:t>
            </a:r>
            <a:r>
              <a:rPr lang="de-DE" dirty="0"/>
              <a:t> </a:t>
            </a:r>
            <a:r>
              <a:rPr lang="de-DE" dirty="0" err="1"/>
              <a:t>contraint</a:t>
            </a:r>
            <a:br>
              <a:rPr lang="de-DE" dirty="0"/>
            </a:b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BE72B1-4192-A644-AA0A-FC049CA82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388" y="1061884"/>
            <a:ext cx="5284136" cy="579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610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158F2-5CF8-0899-8551-4672A878D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3D 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penetration</a:t>
            </a:r>
            <a:r>
              <a:rPr lang="de-DE" dirty="0"/>
              <a:t> </a:t>
            </a:r>
            <a:r>
              <a:rPr lang="de-DE" dirty="0" err="1"/>
              <a:t>constraints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A66A07-E709-6B16-F5A1-CCFE071CD9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66" y="1747684"/>
            <a:ext cx="3967667" cy="39868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247348-020D-FEEE-3A97-CCA547AEA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805" y="2506662"/>
            <a:ext cx="4330426" cy="4351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0F82C7-21AB-694E-4D31-9B5C062A11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134" y="2055813"/>
            <a:ext cx="4779109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107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107AE-B3FD-C89D-C72B-85BD56805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AEF3A05-E19A-17CD-3ADC-37F2174DA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165" y="804889"/>
            <a:ext cx="8144412" cy="41865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1DE778-E4C5-ECB2-7549-7F22313E1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" y="0"/>
            <a:ext cx="4274821" cy="1325563"/>
          </a:xfrm>
        </p:spPr>
        <p:txBody>
          <a:bodyPr>
            <a:normAutofit fontScale="90000"/>
          </a:bodyPr>
          <a:lstStyle/>
          <a:p>
            <a:r>
              <a:rPr lang="de-DE" dirty="0" err="1"/>
              <a:t>Length</a:t>
            </a:r>
            <a:r>
              <a:rPr lang="de-DE" dirty="0"/>
              <a:t> </a:t>
            </a:r>
            <a:r>
              <a:rPr lang="de-DE" dirty="0" err="1"/>
              <a:t>constraints</a:t>
            </a:r>
            <a:br>
              <a:rPr lang="de-DE" dirty="0"/>
            </a:br>
            <a:r>
              <a:rPr lang="de-DE" dirty="0"/>
              <a:t>- at </a:t>
            </a:r>
            <a:r>
              <a:rPr lang="de-DE" dirty="0" err="1"/>
              <a:t>inference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FDBF53B-4F99-B9A6-9ABF-913ABD698F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99" y="2110422"/>
            <a:ext cx="3966977" cy="43513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FD806C-890D-BFC1-6881-86E27966BF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506" y="249872"/>
            <a:ext cx="4056997" cy="445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435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6B471-6E90-9498-0DB5-146DDDA4E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4C55C-BDC5-0944-3632-628D867DC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7640"/>
            <a:ext cx="5280661" cy="1325563"/>
          </a:xfrm>
        </p:spPr>
        <p:txBody>
          <a:bodyPr>
            <a:normAutofit fontScale="90000"/>
          </a:bodyPr>
          <a:lstStyle/>
          <a:p>
            <a:r>
              <a:rPr lang="de-DE" dirty="0" err="1"/>
              <a:t>Length</a:t>
            </a:r>
            <a:r>
              <a:rPr lang="de-DE" dirty="0"/>
              <a:t> </a:t>
            </a:r>
            <a:r>
              <a:rPr lang="de-DE" dirty="0" err="1"/>
              <a:t>constraints</a:t>
            </a:r>
            <a:r>
              <a:rPr lang="de-DE" dirty="0"/>
              <a:t>  - </a:t>
            </a:r>
            <a:r>
              <a:rPr lang="de-DE" dirty="0" err="1"/>
              <a:t>comparison</a:t>
            </a:r>
            <a:r>
              <a:rPr lang="de-DE" dirty="0"/>
              <a:t> to </a:t>
            </a:r>
            <a:r>
              <a:rPr lang="de-DE" dirty="0" err="1"/>
              <a:t>conditioning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F1BD2-7B26-6B63-5E4D-458B88915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FAB886-0A04-F16C-10B6-3D7FD1F28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6887"/>
            <a:ext cx="12192000" cy="51411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5CBBAB-3F18-BB04-8AD8-DC74AB122749}"/>
              </a:ext>
            </a:extLst>
          </p:cNvPr>
          <p:cNvSpPr txBox="1"/>
          <p:nvPr/>
        </p:nvSpPr>
        <p:spPr>
          <a:xfrm>
            <a:off x="4930140" y="0"/>
            <a:ext cx="7155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Reconstruction Jensen-Shannon Divergence: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03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AE24B-F2C0-90AD-CA65-609953608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Exploration </a:t>
            </a:r>
            <a:r>
              <a:rPr lang="de-DE" dirty="0" err="1"/>
              <a:t>metrics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4497A6-7E9A-2A85-971F-62501A393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UCB (Upper Confidence Bound) Φ_UCB = μ + κ · σ</a:t>
            </a:r>
          </a:p>
          <a:p>
            <a:r>
              <a:rPr lang="en-US" dirty="0"/>
              <a:t>MASS Φ_MASS = (1 - w) · μ  + w · σ</a:t>
            </a:r>
          </a:p>
          <a:p>
            <a:r>
              <a:rPr lang="de-DE" dirty="0"/>
              <a:t>LSE Niveau </a:t>
            </a:r>
            <a:r>
              <a:rPr lang="en-US" dirty="0"/>
              <a:t>Φ_LSE = P(f(x) &gt; τ)   </a:t>
            </a:r>
          </a:p>
          <a:p>
            <a:r>
              <a:rPr lang="en-US" dirty="0"/>
              <a:t>EID (Expected Information Density) </a:t>
            </a:r>
            <a:br>
              <a:rPr lang="en-US" dirty="0"/>
            </a:br>
            <a:r>
              <a:rPr lang="en-US" dirty="0"/>
              <a:t>EID(x) = (||∇μ||² + ||∇σ||²) / σ_noise² </a:t>
            </a:r>
          </a:p>
        </p:txBody>
      </p:sp>
    </p:spTree>
    <p:extLst>
      <p:ext uri="{BB962C8B-B14F-4D97-AF65-F5344CB8AC3E}">
        <p14:creationId xmlns:p14="http://schemas.microsoft.com/office/powerpoint/2010/main" val="936006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B0D53-B342-6186-4D6C-DBB89ACBA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15BA8-92C8-3D97-2E0F-87BB28679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Exploration - </a:t>
            </a:r>
            <a:r>
              <a:rPr lang="de-DE" dirty="0" err="1"/>
              <a:t>table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F2AE2B-9386-3228-561D-BF2E7E79C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652" y="0"/>
            <a:ext cx="68487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00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5757E-AE79-57B1-C8B1-DBBC207E2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42B05-808C-3560-2F46-730493D48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Exploration - </a:t>
            </a:r>
            <a:r>
              <a:rPr lang="de-DE" dirty="0" err="1"/>
              <a:t>graphs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AF7C07-E384-6921-7148-3F5B46B49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832" y="1342181"/>
            <a:ext cx="6339316" cy="515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67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71B3B-1CBB-97D1-5D64-D4EE53CE0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3D </a:t>
            </a:r>
            <a:r>
              <a:rPr lang="de-DE" dirty="0" err="1"/>
              <a:t>progress</a:t>
            </a:r>
            <a:r>
              <a:rPr lang="de-DE" dirty="0"/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01B1E-29C1-A69D-D940-B7FCD657E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Extended the 3d </a:t>
            </a:r>
            <a:r>
              <a:rPr lang="de-DE" dirty="0" err="1"/>
              <a:t>database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100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shapes</a:t>
            </a:r>
            <a:r>
              <a:rPr lang="de-DE" dirty="0"/>
              <a:t> and </a:t>
            </a:r>
            <a:r>
              <a:rPr lang="de-DE" dirty="0" err="1"/>
              <a:t>started</a:t>
            </a:r>
            <a:r>
              <a:rPr lang="de-DE" dirty="0"/>
              <a:t> </a:t>
            </a:r>
            <a:r>
              <a:rPr lang="de-DE" dirty="0" err="1"/>
              <a:t>training</a:t>
            </a:r>
            <a:r>
              <a:rPr lang="de-DE" dirty="0"/>
              <a:t>, so </a:t>
            </a:r>
            <a:r>
              <a:rPr lang="de-DE" dirty="0" err="1"/>
              <a:t>far</a:t>
            </a:r>
            <a:r>
              <a:rPr lang="de-DE" dirty="0"/>
              <a:t> </a:t>
            </a:r>
            <a:r>
              <a:rPr lang="de-DE" dirty="0" err="1"/>
              <a:t>no</a:t>
            </a:r>
            <a:r>
              <a:rPr lang="de-DE" dirty="0"/>
              <a:t> real </a:t>
            </a:r>
            <a:r>
              <a:rPr lang="de-DE" dirty="0" err="1"/>
              <a:t>improvement</a:t>
            </a:r>
            <a:r>
              <a:rPr lang="de-DE" dirty="0"/>
              <a:t>, but </a:t>
            </a:r>
            <a:r>
              <a:rPr lang="de-DE" dirty="0" err="1"/>
              <a:t>training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still </a:t>
            </a:r>
            <a:r>
              <a:rPr lang="de-DE" dirty="0" err="1"/>
              <a:t>going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DB1E3FB-9C02-AEBF-6118-7B6847715C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8286286"/>
              </p:ext>
            </p:extLst>
          </p:nvPr>
        </p:nvGraphicFramePr>
        <p:xfrm>
          <a:off x="3262313" y="4168775"/>
          <a:ext cx="4381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jekt-Manager-Shellobjekt" showAsIcon="1" r:id="rId2" imgW="438002" imgH="514437" progId="Package">
                  <p:embed/>
                </p:oleObj>
              </mc:Choice>
              <mc:Fallback>
                <p:oleObj name="Objekt-Manager-Shellobjekt" showAsIcon="1" r:id="rId2" imgW="438002" imgH="514437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62313" y="4168775"/>
                        <a:ext cx="4381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F4BE8C0-2CA4-E711-4C7A-5CACCC79E6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717" y="2341404"/>
            <a:ext cx="4169092" cy="416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990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E3419-C103-6E62-6B37-6E836211A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kind</a:t>
            </a:r>
            <a:r>
              <a:rPr lang="de-DE" dirty="0"/>
              <a:t> of </a:t>
            </a:r>
            <a:r>
              <a:rPr lang="de-DE" dirty="0" err="1"/>
              <a:t>exploration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1D7E7-24C5-7449-0721-8F59D6D2A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Similar</a:t>
            </a:r>
            <a:r>
              <a:rPr lang="de-DE" dirty="0"/>
              <a:t> </a:t>
            </a:r>
            <a:r>
              <a:rPr lang="de-DE" dirty="0" err="1"/>
              <a:t>direction</a:t>
            </a:r>
            <a:r>
              <a:rPr lang="de-DE" dirty="0"/>
              <a:t> as </a:t>
            </a:r>
            <a:r>
              <a:rPr lang="de-DE" dirty="0" err="1"/>
              <a:t>Ergosurf</a:t>
            </a:r>
            <a:r>
              <a:rPr lang="de-DE" dirty="0"/>
              <a:t> – </a:t>
            </a:r>
            <a:r>
              <a:rPr lang="de-DE" b="1" dirty="0"/>
              <a:t>Surface </a:t>
            </a:r>
            <a:r>
              <a:rPr lang="de-DE" b="1" dirty="0" err="1"/>
              <a:t>exploration</a:t>
            </a:r>
            <a:endParaRPr lang="de-DE" b="1" dirty="0"/>
          </a:p>
          <a:p>
            <a:r>
              <a:rPr lang="de-DE" dirty="0" err="1"/>
              <a:t>Similar</a:t>
            </a:r>
            <a:r>
              <a:rPr lang="de-DE" dirty="0"/>
              <a:t> </a:t>
            </a:r>
            <a:r>
              <a:rPr lang="de-DE" dirty="0" err="1"/>
              <a:t>direction</a:t>
            </a:r>
            <a:r>
              <a:rPr lang="de-DE" dirty="0"/>
              <a:t> as </a:t>
            </a:r>
            <a:r>
              <a:rPr lang="en-US" dirty="0"/>
              <a:t>Asymptotically Optimal Ergodic Coverage on Generalized Motion Fields </a:t>
            </a:r>
            <a:r>
              <a:rPr lang="de-DE" dirty="0"/>
              <a:t> – </a:t>
            </a:r>
            <a:r>
              <a:rPr lang="de-DE" b="1" dirty="0"/>
              <a:t>Dynamic </a:t>
            </a:r>
            <a:r>
              <a:rPr lang="de-DE" b="1" dirty="0" err="1"/>
              <a:t>system</a:t>
            </a:r>
            <a:r>
              <a:rPr lang="de-DE" b="1" dirty="0"/>
              <a:t> </a:t>
            </a:r>
            <a:r>
              <a:rPr lang="de-DE" b="1" dirty="0" err="1"/>
              <a:t>exploration</a:t>
            </a:r>
            <a:endParaRPr lang="de-DE" b="1" dirty="0"/>
          </a:p>
          <a:p>
            <a:r>
              <a:rPr lang="de-DE" dirty="0" err="1"/>
              <a:t>Combination</a:t>
            </a:r>
            <a:r>
              <a:rPr lang="de-DE" dirty="0"/>
              <a:t> of </a:t>
            </a:r>
            <a:r>
              <a:rPr lang="de-DE" dirty="0" err="1"/>
              <a:t>both</a:t>
            </a:r>
            <a:endParaRPr lang="de-DE" dirty="0"/>
          </a:p>
          <a:p>
            <a:r>
              <a:rPr lang="de-DE" dirty="0"/>
              <a:t>Soft </a:t>
            </a:r>
            <a:r>
              <a:rPr lang="de-DE" dirty="0" err="1"/>
              <a:t>body</a:t>
            </a:r>
            <a:r>
              <a:rPr lang="de-DE" dirty="0"/>
              <a:t> </a:t>
            </a:r>
            <a:r>
              <a:rPr lang="de-DE" dirty="0" err="1"/>
              <a:t>exploration</a:t>
            </a:r>
            <a:endParaRPr lang="de-D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209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56194-ED5B-912C-FECB-C34F498B9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B8373-B38C-D1D6-25D1-7D7C0A584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Application</a:t>
            </a:r>
            <a:r>
              <a:rPr lang="de-DE" dirty="0"/>
              <a:t> </a:t>
            </a:r>
            <a:r>
              <a:rPr lang="de-DE" dirty="0" err="1"/>
              <a:t>scenarios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1EF53-DBF1-39B2-3544-C93473CC8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7125"/>
          </a:xfrm>
        </p:spPr>
        <p:txBody>
          <a:bodyPr>
            <a:normAutofit/>
          </a:bodyPr>
          <a:lstStyle/>
          <a:p>
            <a:r>
              <a:rPr lang="de-DE" dirty="0"/>
              <a:t>Solar </a:t>
            </a:r>
            <a:r>
              <a:rPr lang="de-DE" dirty="0" err="1"/>
              <a:t>panel</a:t>
            </a:r>
            <a:r>
              <a:rPr lang="de-DE" dirty="0"/>
              <a:t> </a:t>
            </a:r>
            <a:r>
              <a:rPr lang="de-DE" dirty="0" err="1"/>
              <a:t>repair</a:t>
            </a:r>
            <a:r>
              <a:rPr lang="de-DE" dirty="0"/>
              <a:t> will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likely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all </a:t>
            </a:r>
            <a:r>
              <a:rPr lang="de-DE" dirty="0" err="1"/>
              <a:t>necessary</a:t>
            </a:r>
            <a:r>
              <a:rPr lang="de-DE" dirty="0"/>
              <a:t> </a:t>
            </a:r>
            <a:r>
              <a:rPr lang="de-DE" dirty="0" err="1"/>
              <a:t>information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exploration</a:t>
            </a:r>
            <a:r>
              <a:rPr lang="de-DE" dirty="0"/>
              <a:t> </a:t>
            </a:r>
            <a:r>
              <a:rPr lang="de-DE" dirty="0" err="1"/>
              <a:t>needed</a:t>
            </a:r>
            <a:endParaRPr lang="de-DE" dirty="0"/>
          </a:p>
          <a:p>
            <a:r>
              <a:rPr lang="de-DE" dirty="0"/>
              <a:t>Most </a:t>
            </a:r>
            <a:r>
              <a:rPr lang="de-DE" dirty="0" err="1"/>
              <a:t>robot</a:t>
            </a:r>
            <a:r>
              <a:rPr lang="de-DE" dirty="0"/>
              <a:t> arm </a:t>
            </a:r>
            <a:r>
              <a:rPr lang="de-DE" dirty="0" err="1"/>
              <a:t>setting</a:t>
            </a:r>
            <a:r>
              <a:rPr lang="de-DE" dirty="0"/>
              <a:t> </a:t>
            </a:r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acquiring</a:t>
            </a:r>
            <a:r>
              <a:rPr lang="de-DE" dirty="0"/>
              <a:t> </a:t>
            </a:r>
            <a:r>
              <a:rPr lang="de-DE" dirty="0" err="1"/>
              <a:t>ground</a:t>
            </a:r>
            <a:r>
              <a:rPr lang="de-DE" dirty="0"/>
              <a:t> </a:t>
            </a:r>
            <a:r>
              <a:rPr lang="de-DE" dirty="0" err="1"/>
              <a:t>truth</a:t>
            </a:r>
            <a:r>
              <a:rPr lang="de-DE" dirty="0"/>
              <a:t> </a:t>
            </a:r>
            <a:r>
              <a:rPr lang="de-DE" dirty="0" err="1"/>
              <a:t>instead</a:t>
            </a:r>
            <a:r>
              <a:rPr lang="de-DE" dirty="0"/>
              <a:t> of </a:t>
            </a:r>
            <a:r>
              <a:rPr lang="de-DE" dirty="0" err="1"/>
              <a:t>exploration</a:t>
            </a:r>
            <a:r>
              <a:rPr lang="de-DE" dirty="0"/>
              <a:t> easy</a:t>
            </a:r>
          </a:p>
          <a:p>
            <a:r>
              <a:rPr lang="de-DE" dirty="0"/>
              <a:t>Actual </a:t>
            </a:r>
            <a:r>
              <a:rPr lang="de-DE" dirty="0" err="1"/>
              <a:t>exploration</a:t>
            </a:r>
            <a:r>
              <a:rPr lang="de-DE" dirty="0"/>
              <a:t>: Underwater </a:t>
            </a:r>
            <a:r>
              <a:rPr lang="de-DE" dirty="0" err="1"/>
              <a:t>robotics</a:t>
            </a:r>
            <a:r>
              <a:rPr lang="de-DE" dirty="0"/>
              <a:t>, </a:t>
            </a:r>
            <a:r>
              <a:rPr lang="de-DE" dirty="0" err="1"/>
              <a:t>emergency</a:t>
            </a:r>
            <a:r>
              <a:rPr lang="de-DE" dirty="0"/>
              <a:t> </a:t>
            </a:r>
            <a:r>
              <a:rPr lang="de-DE" dirty="0" err="1"/>
              <a:t>robotics</a:t>
            </a:r>
            <a:r>
              <a:rPr lang="de-DE" dirty="0"/>
              <a:t> (</a:t>
            </a:r>
            <a:r>
              <a:rPr lang="de-DE" dirty="0" err="1"/>
              <a:t>fire</a:t>
            </a:r>
            <a:r>
              <a:rPr lang="de-DE" dirty="0"/>
              <a:t> </a:t>
            </a:r>
            <a:r>
              <a:rPr lang="de-DE" dirty="0" err="1"/>
              <a:t>mapping</a:t>
            </a:r>
            <a:r>
              <a:rPr lang="de-DE" dirty="0"/>
              <a:t>/</a:t>
            </a:r>
            <a:r>
              <a:rPr lang="de-DE" dirty="0" err="1"/>
              <a:t>exploration</a:t>
            </a:r>
            <a:r>
              <a:rPr lang="de-DE" dirty="0"/>
              <a:t>), </a:t>
            </a:r>
            <a:r>
              <a:rPr lang="de-DE" dirty="0" err="1"/>
              <a:t>exploration</a:t>
            </a:r>
            <a:r>
              <a:rPr lang="de-DE" dirty="0"/>
              <a:t> of </a:t>
            </a:r>
            <a:r>
              <a:rPr lang="de-DE" dirty="0" err="1"/>
              <a:t>damaged</a:t>
            </a:r>
            <a:r>
              <a:rPr lang="de-DE" dirty="0"/>
              <a:t> </a:t>
            </a:r>
            <a:r>
              <a:rPr lang="de-DE" dirty="0" err="1"/>
              <a:t>cities</a:t>
            </a:r>
            <a:r>
              <a:rPr lang="de-DE" dirty="0"/>
              <a:t>/</a:t>
            </a:r>
            <a:r>
              <a:rPr lang="de-DE" dirty="0" err="1"/>
              <a:t>buildings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 realistic should the scenario be? Do we need a scenario?</a:t>
            </a:r>
          </a:p>
        </p:txBody>
      </p:sp>
    </p:spTree>
    <p:extLst>
      <p:ext uri="{BB962C8B-B14F-4D97-AF65-F5344CB8AC3E}">
        <p14:creationId xmlns:p14="http://schemas.microsoft.com/office/powerpoint/2010/main" val="1441661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3C9C2-A43C-4BAB-DFE8-615BC2DC7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Other </a:t>
            </a:r>
            <a:r>
              <a:rPr lang="de-DE" dirty="0" err="1"/>
              <a:t>topics</a:t>
            </a:r>
            <a:r>
              <a:rPr lang="de-DE" dirty="0"/>
              <a:t> to </a:t>
            </a:r>
            <a:r>
              <a:rPr lang="de-DE" dirty="0" err="1"/>
              <a:t>discuss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59F3F-B519-D80B-C488-698EFB94E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Real </a:t>
            </a:r>
            <a:r>
              <a:rPr lang="de-DE" dirty="0" err="1"/>
              <a:t>robot</a:t>
            </a:r>
            <a:r>
              <a:rPr lang="de-DE" dirty="0"/>
              <a:t> </a:t>
            </a:r>
            <a:r>
              <a:rPr lang="de-DE" dirty="0" err="1"/>
              <a:t>experiments</a:t>
            </a:r>
            <a:r>
              <a:rPr lang="de-DE" dirty="0"/>
              <a:t>? Are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yet</a:t>
            </a:r>
            <a:r>
              <a:rPr lang="de-DE" dirty="0"/>
              <a:t>? </a:t>
            </a:r>
            <a:r>
              <a:rPr lang="de-DE" dirty="0" err="1"/>
              <a:t>We</a:t>
            </a:r>
            <a:r>
              <a:rPr lang="de-DE" dirty="0"/>
              <a:t> will </a:t>
            </a:r>
            <a:r>
              <a:rPr lang="de-DE" dirty="0" err="1"/>
              <a:t>need</a:t>
            </a:r>
            <a:r>
              <a:rPr lang="de-DE" dirty="0"/>
              <a:t> an </a:t>
            </a:r>
            <a:r>
              <a:rPr lang="de-DE" dirty="0" err="1"/>
              <a:t>experimentation</a:t>
            </a:r>
            <a:r>
              <a:rPr lang="de-DE" dirty="0"/>
              <a:t> </a:t>
            </a:r>
            <a:r>
              <a:rPr lang="de-DE" dirty="0" err="1"/>
              <a:t>setting</a:t>
            </a:r>
            <a:endParaRPr lang="de-DE" dirty="0"/>
          </a:p>
          <a:p>
            <a:r>
              <a:rPr lang="de-DE" dirty="0"/>
              <a:t>Thesis </a:t>
            </a:r>
            <a:r>
              <a:rPr lang="de-DE" dirty="0" err="1"/>
              <a:t>registration</a:t>
            </a:r>
            <a:endParaRPr lang="de-DE" dirty="0"/>
          </a:p>
          <a:p>
            <a:r>
              <a:rPr lang="de-DE" dirty="0"/>
              <a:t>Some </a:t>
            </a:r>
            <a:r>
              <a:rPr lang="de-DE" dirty="0" err="1"/>
              <a:t>general</a:t>
            </a:r>
            <a:r>
              <a:rPr lang="de-DE" dirty="0"/>
              <a:t> </a:t>
            </a:r>
            <a:r>
              <a:rPr lang="de-DE" dirty="0" err="1"/>
              <a:t>ideas</a:t>
            </a:r>
            <a:r>
              <a:rPr lang="de-DE" dirty="0"/>
              <a:t> for </a:t>
            </a:r>
            <a:r>
              <a:rPr lang="de-DE" dirty="0" err="1"/>
              <a:t>thesis</a:t>
            </a:r>
            <a:r>
              <a:rPr lang="de-DE" dirty="0"/>
              <a:t> </a:t>
            </a:r>
            <a:r>
              <a:rPr lang="de-DE" dirty="0" err="1"/>
              <a:t>advancements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15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253DA-FF7F-16E9-0010-5A80472A5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Things to do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BABBF-DE69-166F-53ED-0148BD433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Length</a:t>
            </a:r>
            <a:r>
              <a:rPr lang="de-DE" dirty="0"/>
              <a:t> </a:t>
            </a:r>
            <a:r>
              <a:rPr lang="de-DE" dirty="0" err="1"/>
              <a:t>adaptation</a:t>
            </a:r>
            <a:endParaRPr lang="de-DE" dirty="0"/>
          </a:p>
          <a:p>
            <a:r>
              <a:rPr lang="de-DE" dirty="0"/>
              <a:t>Find a </a:t>
            </a:r>
            <a:r>
              <a:rPr lang="de-DE" dirty="0" err="1"/>
              <a:t>good</a:t>
            </a:r>
            <a:r>
              <a:rPr lang="de-DE" dirty="0"/>
              <a:t> </a:t>
            </a:r>
            <a:r>
              <a:rPr lang="de-DE" dirty="0" err="1"/>
              <a:t>setting</a:t>
            </a:r>
            <a:r>
              <a:rPr lang="de-DE" dirty="0"/>
              <a:t> and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exactly</a:t>
            </a:r>
            <a:r>
              <a:rPr lang="de-DE" dirty="0"/>
              <a:t> to </a:t>
            </a:r>
            <a:r>
              <a:rPr lang="de-DE" dirty="0" err="1"/>
              <a:t>show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the </a:t>
            </a:r>
            <a:r>
              <a:rPr lang="de-DE" dirty="0" err="1"/>
              <a:t>exploration</a:t>
            </a:r>
            <a:endParaRPr lang="de-DE" dirty="0"/>
          </a:p>
          <a:p>
            <a:r>
              <a:rPr lang="de-DE" dirty="0" err="1"/>
              <a:t>Prepare</a:t>
            </a:r>
            <a:r>
              <a:rPr lang="de-DE" dirty="0"/>
              <a:t> a lab </a:t>
            </a:r>
            <a:r>
              <a:rPr lang="de-DE" dirty="0" err="1"/>
              <a:t>experiment</a:t>
            </a:r>
            <a:r>
              <a:rPr lang="de-DE" dirty="0"/>
              <a:t> </a:t>
            </a:r>
            <a:r>
              <a:rPr lang="de-DE" dirty="0" err="1"/>
              <a:t>setup</a:t>
            </a:r>
            <a:r>
              <a:rPr lang="de-DE" dirty="0"/>
              <a:t> and </a:t>
            </a:r>
            <a:r>
              <a:rPr lang="de-DE" dirty="0" err="1"/>
              <a:t>test</a:t>
            </a:r>
            <a:r>
              <a:rPr lang="de-DE" dirty="0"/>
              <a:t> the </a:t>
            </a:r>
            <a:r>
              <a:rPr lang="de-DE" dirty="0" err="1"/>
              <a:t>setup</a:t>
            </a:r>
            <a:r>
              <a:rPr lang="de-DE" dirty="0"/>
              <a:t> in </a:t>
            </a:r>
            <a:r>
              <a:rPr lang="de-DE" dirty="0" err="1"/>
              <a:t>mujoco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92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</Words>
  <Application>Microsoft Office PowerPoint</Application>
  <PresentationFormat>Widescreen</PresentationFormat>
  <Paragraphs>45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Paket</vt:lpstr>
      <vt:lpstr>Meeting notes 03.09.</vt:lpstr>
      <vt:lpstr>Constraints:</vt:lpstr>
      <vt:lpstr>Constraints: Bounding box constraints</vt:lpstr>
      <vt:lpstr>Constraints: Fix point contraint </vt:lpstr>
      <vt:lpstr>3D object penetration constraints</vt:lpstr>
      <vt:lpstr>Length constraints - at inference</vt:lpstr>
      <vt:lpstr>Length constraints  - comparison to conditioning</vt:lpstr>
      <vt:lpstr>Exploration metrics</vt:lpstr>
      <vt:lpstr>Exploration - table</vt:lpstr>
      <vt:lpstr>Exploration - graphs</vt:lpstr>
      <vt:lpstr>3D progress:</vt:lpstr>
      <vt:lpstr>What kind of exploration</vt:lpstr>
      <vt:lpstr>Application scenarios</vt:lpstr>
      <vt:lpstr>Other topics to discuss</vt:lpstr>
      <vt:lpstr>Things to do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Philipp Schönfeld</dc:creator>
  <cp:lastModifiedBy>Philipp Schönfeld</cp:lastModifiedBy>
  <cp:revision>2</cp:revision>
  <dcterms:created xsi:type="dcterms:W3CDTF">2026-09-03T08:55:39Z</dcterms:created>
  <dcterms:modified xsi:type="dcterms:W3CDTF">2026-09-03T22:16:49Z</dcterms:modified>
</cp:coreProperties>
</file>