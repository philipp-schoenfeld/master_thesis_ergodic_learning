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1" r:id="rId7"/>
    <p:sldId id="260" r:id="rId8"/>
    <p:sldId id="263" r:id="rId9"/>
    <p:sldId id="262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222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FEBE-4609-1CF3-3CDC-0AF7BAAAD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3A9BB-FCEA-FABA-B2F0-EB7E8D5E3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C08A6-1EF8-9C7B-6595-CF8E84D0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5855F-FBCA-D801-16AE-2EDBFC30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3E002-F12B-301A-C3D0-2D164C15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BE90-D072-D2BC-C218-F9473979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7F07-03F0-7F5F-25FF-AAAFD0042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78CE-7533-D517-3436-F81CD094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E4DC6-9564-8311-5EA5-EF2679F8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FECE0-FB29-1D1F-BB64-255169E0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1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105F-F1F5-CA27-B02D-18A6E432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38D80-D190-EF5C-803B-9036F9B2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3143A-9752-D70C-8D2F-429D4242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1AD9-050A-C890-0AC3-9F482AE4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B578-20E5-B1B6-735A-1C58A5BB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8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18BD-D551-C9CC-5AAA-7D91BE0E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65474-C3EC-87DF-E3DE-2DC914E47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715F0-B402-2FCB-EEAB-6936A9CE4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77920-C962-9EAD-91CB-9D0A2DF0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9951A-B5F2-8D13-F7D7-E6D0D5D1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305F9-D49E-1245-F645-F61B5451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7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0A55-B289-E70A-7B51-D02946E1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8A73F-67AF-3417-D7A8-EDEADD423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243E3-DFF5-9DD0-C68E-560B1D8A7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D9AEA-8AF3-8100-99A0-104B8AA9D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082F5-A26A-B660-4C8F-CF4F02DB9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CC960-41D5-B3E4-DF3E-72B1FDE3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BDB29-C812-A4FC-6F45-A45D5C5E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210FF-2FCF-77AC-6404-EC6599A9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6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CBDC-111F-11D1-0546-96533FC0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30C63-BBF5-4777-C70E-46F3EB33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07BD6-0946-8DD7-1BB9-8D7CDF1D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B6B53-3210-3920-F904-39880A00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5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97CD0-4AA7-0D39-2A68-EB23A3B6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16FA1-ECC6-2FA9-935A-B8772099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3B53E-A953-115D-37A1-E0E87261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9627-0013-8391-9C1E-C6FE65FE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D1368-DDB0-5A3D-0B5F-CC611B903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F6C9E-9982-CF08-4581-FBE72DE92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35385-ACF4-9F4F-C3E3-A98B0FD7C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60200-147B-684B-8B5A-B4FBB743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2C0E9-1BCE-4C11-23A5-84EB7FB9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1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58A5-FA30-BAAB-653A-04E61E1F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252B0-8D34-E633-3520-16B275AF2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022F3-5606-3071-A636-2C77C790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B3CC2-A1CB-CC05-97F2-902169DA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C0FF6-F33A-30BA-554E-F2CD97E6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A5A48-7D6B-DA83-97AC-C8E3D71A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0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5EF8-E297-B9A4-3F8E-C22A14D6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B2E28-2EFC-B14C-4806-DE418C61A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CE6DC-B521-6012-C316-E81F7D8D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DB719-779C-8626-B5E2-727A80D2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33469-9D76-B14D-4F56-BA8DF73F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4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5E877-4E56-AC6C-DD00-BF032306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941C1-69CE-8846-AE13-2254A3293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589B8-7BA5-7C31-FBBD-AF18A991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49840-DCEB-B632-0D2D-C5E72266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37771-D1C9-F14D-59ED-1F9B4B155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04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4BB18-8EA3-48C0-8F9A-B61CC7DB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3D292-7265-F741-1432-24797AF97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E0274-946A-EB32-9DB2-853808F78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D6D2B-F314-48F3-8331-7E2D126410DB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0047-8E9D-5DE8-1C96-4BD1C8CCD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CE453-2B51-A65B-6634-E1E24D828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C9933-FA20-41D0-B1BF-F01AF48DB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4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A8C3-2B55-FECD-B8BE-D3E6F3F42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Notes 17.09.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24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A42F-CCC3-AC5B-5F9A-1DB30F7E1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Optimization</a:t>
            </a:r>
            <a:r>
              <a:rPr lang="de-DE" dirty="0"/>
              <a:t>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D3AB-EF96-FA1C-6967-603BB4629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975"/>
            <a:ext cx="10515600" cy="4351338"/>
          </a:xfrm>
        </p:spPr>
        <p:txBody>
          <a:bodyPr/>
          <a:lstStyle/>
          <a:p>
            <a:r>
              <a:rPr lang="de-DE" dirty="0" err="1"/>
              <a:t>Optimize</a:t>
            </a:r>
            <a:r>
              <a:rPr lang="de-DE" dirty="0"/>
              <a:t> </a:t>
            </a:r>
            <a:r>
              <a:rPr lang="en-US" dirty="0"/>
              <a:t>J = q + </a:t>
            </a:r>
            <a:r>
              <a:rPr lang="en-US" dirty="0" err="1"/>
              <a:t>λ_len·n</a:t>
            </a:r>
            <a:r>
              <a:rPr lang="en-US" dirty="0"/>
              <a:t> + </a:t>
            </a:r>
            <a:r>
              <a:rPr lang="en-US" dirty="0" err="1"/>
              <a:t>λ_time·t</a:t>
            </a:r>
            <a:endParaRPr lang="en-US" dirty="0"/>
          </a:p>
          <a:p>
            <a:r>
              <a:rPr lang="en-US" dirty="0" err="1"/>
              <a:t>Searchspace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phi_model</a:t>
            </a:r>
            <a:r>
              <a:rPr lang="en-US" dirty="0"/>
              <a:t>: </a:t>
            </a:r>
            <a:r>
              <a:rPr lang="en-US" dirty="0" err="1"/>
              <a:t>ucb</a:t>
            </a:r>
            <a:r>
              <a:rPr lang="en-US" dirty="0"/>
              <a:t>, </a:t>
            </a:r>
            <a:r>
              <a:rPr lang="en-US" dirty="0" err="1"/>
              <a:t>eid</a:t>
            </a:r>
            <a:r>
              <a:rPr lang="en-US" dirty="0"/>
              <a:t>, mass, </a:t>
            </a:r>
            <a:r>
              <a:rPr lang="en-US" dirty="0" err="1"/>
              <a:t>niveau</a:t>
            </a:r>
            <a:endParaRPr lang="en-US" dirty="0"/>
          </a:p>
          <a:p>
            <a:pPr lvl="1"/>
            <a:r>
              <a:rPr lang="en-US" dirty="0"/>
              <a:t>Param: </a:t>
            </a:r>
            <a:r>
              <a:rPr lang="en-US" dirty="0" err="1"/>
              <a:t>kappa,w,tau</a:t>
            </a:r>
            <a:endParaRPr lang="en-US" dirty="0"/>
          </a:p>
          <a:p>
            <a:pPr lvl="1"/>
            <a:r>
              <a:rPr lang="en-US" dirty="0" err="1"/>
              <a:t>svgd_iters</a:t>
            </a:r>
            <a:endParaRPr lang="en-US" dirty="0"/>
          </a:p>
          <a:p>
            <a:pPr lvl="1"/>
            <a:r>
              <a:rPr lang="en-US" dirty="0" err="1"/>
              <a:t>debt_weight</a:t>
            </a:r>
            <a:r>
              <a:rPr lang="en-US" dirty="0"/>
              <a:t> </a:t>
            </a:r>
          </a:p>
          <a:p>
            <a:r>
              <a:rPr lang="en-US" dirty="0"/>
              <a:t>Used TPE (Tree-structured </a:t>
            </a:r>
            <a:r>
              <a:rPr lang="en-US" dirty="0" err="1"/>
              <a:t>Parzen</a:t>
            </a:r>
            <a:r>
              <a:rPr lang="en-US" dirty="0"/>
              <a:t> Estimator) with </a:t>
            </a:r>
            <a:r>
              <a:rPr lang="en-US" dirty="0" err="1"/>
              <a:t>Optuna</a:t>
            </a:r>
            <a:r>
              <a:rPr lang="en-US" dirty="0"/>
              <a:t> library</a:t>
            </a:r>
          </a:p>
          <a:p>
            <a:pPr lvl="1"/>
            <a:r>
              <a:rPr lang="en-US" dirty="0"/>
              <a:t>Bayes search, </a:t>
            </a:r>
            <a:r>
              <a:rPr lang="en-US" dirty="0" err="1"/>
              <a:t>devide</a:t>
            </a:r>
            <a:r>
              <a:rPr lang="en-US" dirty="0"/>
              <a:t> good and bad samples, create a density around them, calculate expected improvement and sample again</a:t>
            </a:r>
          </a:p>
          <a:p>
            <a:pPr lvl="1"/>
            <a:r>
              <a:rPr lang="en-US" dirty="0"/>
              <a:t>Reduces search space in comparison to combinatorial optimization by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A16C-AC16-1C24-6EA2-CABEDE78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2399-0FB9-72D6-9CE2-AB0884DB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" y="143026"/>
            <a:ext cx="10515600" cy="1936497"/>
          </a:xfrm>
        </p:spPr>
        <p:txBody>
          <a:bodyPr>
            <a:normAutofit/>
          </a:bodyPr>
          <a:lstStyle/>
          <a:p>
            <a:r>
              <a:rPr lang="de-DE" dirty="0"/>
              <a:t>Evaluation </a:t>
            </a:r>
            <a:br>
              <a:rPr lang="de-DE" dirty="0"/>
            </a:br>
            <a:r>
              <a:rPr lang="de-DE" dirty="0" err="1"/>
              <a:t>pipeline</a:t>
            </a:r>
            <a:br>
              <a:rPr lang="de-DE" dirty="0"/>
            </a:br>
            <a:r>
              <a:rPr lang="de-DE" dirty="0" err="1"/>
              <a:t>results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FD3AA-2D80-ED4B-0267-400439F8C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58" y="-308024"/>
            <a:ext cx="11014383" cy="747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3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DC96-DD91-FA35-51A8-716ACA44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396875"/>
            <a:ext cx="3321050" cy="1325563"/>
          </a:xfrm>
        </p:spPr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pipeline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58CD15-FE43-A716-7973-B07A40FD3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954" y="441556"/>
            <a:ext cx="9081494" cy="616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3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323A-95C9-918A-C4BA-1DC482A0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0E55-92CC-E944-3786-8846F0AD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25"/>
            <a:ext cx="10515600" cy="1325563"/>
          </a:xfrm>
        </p:spPr>
        <p:txBody>
          <a:bodyPr/>
          <a:lstStyle/>
          <a:p>
            <a:r>
              <a:rPr lang="de-DE" dirty="0"/>
              <a:t>Evaluation </a:t>
            </a:r>
            <a:br>
              <a:rPr lang="de-DE" dirty="0"/>
            </a:br>
            <a:r>
              <a:rPr lang="de-DE" dirty="0" err="1"/>
              <a:t>pipeline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0B1065-6C22-D04B-C8B7-2D1CFA326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67" y="539750"/>
            <a:ext cx="9385967" cy="636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9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D230-9746-B2CC-A66B-111F9763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0796B-6A23-1467-BFB7-3F36FAAC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Optuna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do </a:t>
            </a:r>
            <a:r>
              <a:rPr lang="de-DE" dirty="0" err="1"/>
              <a:t>seem</a:t>
            </a:r>
            <a:r>
              <a:rPr lang="de-DE" dirty="0"/>
              <a:t> to </a:t>
            </a:r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r>
              <a:rPr lang="de-DE" dirty="0"/>
              <a:t>Very </a:t>
            </a:r>
            <a:r>
              <a:rPr lang="de-DE" dirty="0" err="1"/>
              <a:t>dependent</a:t>
            </a:r>
            <a:r>
              <a:rPr lang="de-DE" dirty="0"/>
              <a:t> on the </a:t>
            </a:r>
            <a:r>
              <a:rPr lang="de-DE" dirty="0" err="1"/>
              <a:t>setting</a:t>
            </a:r>
            <a:endParaRPr lang="de-DE" dirty="0"/>
          </a:p>
          <a:p>
            <a:r>
              <a:rPr lang="de-DE" dirty="0"/>
              <a:t>Setting </a:t>
            </a:r>
            <a:r>
              <a:rPr lang="de-DE" dirty="0" err="1"/>
              <a:t>dependent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great</a:t>
            </a:r>
            <a:endParaRPr lang="de-DE" dirty="0"/>
          </a:p>
          <a:p>
            <a:pPr lvl="1"/>
            <a:r>
              <a:rPr lang="de-DE" dirty="0"/>
              <a:t>Further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settings</a:t>
            </a:r>
            <a:endParaRPr lang="de-DE" dirty="0"/>
          </a:p>
          <a:p>
            <a:pPr lvl="1"/>
            <a:r>
              <a:rPr lang="de-DE" dirty="0"/>
              <a:t>For </a:t>
            </a:r>
            <a:r>
              <a:rPr lang="de-DE" dirty="0" err="1"/>
              <a:t>now</a:t>
            </a:r>
            <a:r>
              <a:rPr lang="de-DE" dirty="0"/>
              <a:t>: MLP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layers</a:t>
            </a:r>
            <a:r>
              <a:rPr lang="de-DE" dirty="0"/>
              <a:t> – </a:t>
            </a:r>
            <a:r>
              <a:rPr lang="de-DE" dirty="0" err="1"/>
              <a:t>supervised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candidates</a:t>
            </a:r>
            <a:r>
              <a:rPr lang="de-DE" dirty="0"/>
              <a:t> </a:t>
            </a:r>
            <a:r>
              <a:rPr lang="de-DE" dirty="0" err="1"/>
              <a:t>evaluated</a:t>
            </a:r>
            <a:r>
              <a:rPr lang="de-DE" dirty="0"/>
              <a:t> and </a:t>
            </a:r>
            <a:r>
              <a:rPr lang="de-DE" dirty="0" err="1"/>
              <a:t>labeled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the </a:t>
            </a:r>
            <a:r>
              <a:rPr lang="de-DE" dirty="0" err="1"/>
              <a:t>optimization</a:t>
            </a:r>
            <a:endParaRPr lang="de-DE" dirty="0"/>
          </a:p>
          <a:p>
            <a:pPr lvl="1"/>
            <a:r>
              <a:rPr lang="de-DE" dirty="0"/>
              <a:t>Next step: </a:t>
            </a:r>
            <a:r>
              <a:rPr lang="de-DE" dirty="0" err="1"/>
              <a:t>inlcude</a:t>
            </a:r>
            <a:r>
              <a:rPr lang="de-DE" dirty="0"/>
              <a:t> J as </a:t>
            </a:r>
            <a:r>
              <a:rPr lang="de-DE" dirty="0" err="1"/>
              <a:t>unsupervised</a:t>
            </a:r>
            <a:r>
              <a:rPr lang="de-DE" dirty="0"/>
              <a:t> </a:t>
            </a:r>
            <a:r>
              <a:rPr lang="de-DE" dirty="0" err="1"/>
              <a:t>metric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664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4F04-00E7-763A-C7C8-E5C3C177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3D </a:t>
            </a:r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F2CE-9017-CB1F-EC2C-A364AEC3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Finished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on 200 different </a:t>
            </a:r>
            <a:r>
              <a:rPr lang="de-DE" dirty="0" err="1"/>
              <a:t>shapes</a:t>
            </a:r>
            <a:r>
              <a:rPr lang="de-DE" dirty="0"/>
              <a:t> (</a:t>
            </a:r>
            <a:r>
              <a:rPr lang="de-DE" dirty="0" err="1"/>
              <a:t>natural</a:t>
            </a:r>
            <a:r>
              <a:rPr lang="de-DE" dirty="0"/>
              <a:t> </a:t>
            </a:r>
            <a:r>
              <a:rPr lang="de-DE" dirty="0" err="1"/>
              <a:t>shapes</a:t>
            </a:r>
            <a:r>
              <a:rPr lang="de-DE" dirty="0"/>
              <a:t> e.g. different </a:t>
            </a:r>
            <a:r>
              <a:rPr lang="de-DE" dirty="0" err="1"/>
              <a:t>prisms</a:t>
            </a:r>
            <a:r>
              <a:rPr lang="de-DE" dirty="0"/>
              <a:t>, 3D </a:t>
            </a:r>
            <a:r>
              <a:rPr lang="de-DE" dirty="0" err="1"/>
              <a:t>letter</a:t>
            </a:r>
            <a:r>
              <a:rPr lang="de-DE" dirty="0"/>
              <a:t> </a:t>
            </a:r>
            <a:r>
              <a:rPr lang="de-DE" dirty="0" err="1"/>
              <a:t>versions</a:t>
            </a:r>
            <a:r>
              <a:rPr lang="de-DE" dirty="0"/>
              <a:t>, </a:t>
            </a:r>
            <a:r>
              <a:rPr lang="de-DE" dirty="0" err="1"/>
              <a:t>stanford</a:t>
            </a:r>
            <a:r>
              <a:rPr lang="de-DE" dirty="0"/>
              <a:t> </a:t>
            </a:r>
            <a:r>
              <a:rPr lang="de-DE" dirty="0" err="1"/>
              <a:t>library</a:t>
            </a:r>
            <a:r>
              <a:rPr lang="de-DE" dirty="0"/>
              <a:t>)</a:t>
            </a:r>
          </a:p>
          <a:p>
            <a:r>
              <a:rPr lang="de-DE" dirty="0"/>
              <a:t>Enhanced </a:t>
            </a:r>
            <a:r>
              <a:rPr lang="de-DE" dirty="0" err="1"/>
              <a:t>with</a:t>
            </a:r>
            <a:r>
              <a:rPr lang="de-DE" dirty="0"/>
              <a:t> se3 </a:t>
            </a:r>
            <a:r>
              <a:rPr lang="de-DE" dirty="0" err="1"/>
              <a:t>allginment</a:t>
            </a:r>
            <a:r>
              <a:rPr lang="de-DE" dirty="0"/>
              <a:t> </a:t>
            </a:r>
            <a:r>
              <a:rPr lang="de-DE" dirty="0" err="1"/>
              <a:t>contraint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inference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08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E36F-C59D-D8B9-C0D1-4D5DDF36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Thought</a:t>
            </a:r>
            <a:r>
              <a:rPr lang="de-DE" dirty="0"/>
              <a:t> </a:t>
            </a:r>
            <a:r>
              <a:rPr lang="de-DE" dirty="0" err="1"/>
              <a:t>looking</a:t>
            </a:r>
            <a:r>
              <a:rPr lang="de-DE" dirty="0"/>
              <a:t> </a:t>
            </a:r>
            <a:r>
              <a:rPr lang="de-DE" dirty="0" err="1"/>
              <a:t>foreward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B1DED-18E8-2F4C-83C8-0CB4284D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Real Robot </a:t>
            </a:r>
            <a:r>
              <a:rPr lang="de-DE" dirty="0" err="1"/>
              <a:t>tests</a:t>
            </a:r>
            <a:r>
              <a:rPr lang="de-DE" dirty="0"/>
              <a:t>?</a:t>
            </a:r>
          </a:p>
          <a:p>
            <a:r>
              <a:rPr lang="de-DE" dirty="0" err="1"/>
              <a:t>Prepare</a:t>
            </a:r>
            <a:r>
              <a:rPr lang="de-DE" dirty="0"/>
              <a:t> a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setup</a:t>
            </a:r>
            <a:endParaRPr lang="de-DE" dirty="0"/>
          </a:p>
          <a:p>
            <a:r>
              <a:rPr lang="de-DE" dirty="0"/>
              <a:t>3D </a:t>
            </a:r>
            <a:r>
              <a:rPr lang="de-DE" dirty="0" err="1"/>
              <a:t>robot</a:t>
            </a:r>
            <a:r>
              <a:rPr lang="de-DE" dirty="0"/>
              <a:t> arm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 (</a:t>
            </a:r>
            <a:r>
              <a:rPr lang="de-DE" dirty="0" err="1"/>
              <a:t>constraints</a:t>
            </a:r>
            <a:r>
              <a:rPr lang="de-DE" dirty="0"/>
              <a:t> not just on </a:t>
            </a:r>
            <a:r>
              <a:rPr lang="de-DE" dirty="0" err="1"/>
              <a:t>surface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 so </a:t>
            </a:r>
            <a:r>
              <a:rPr lang="de-DE" dirty="0" err="1"/>
              <a:t>far</a:t>
            </a:r>
            <a:r>
              <a:rPr lang="de-DE" dirty="0"/>
              <a:t> not </a:t>
            </a:r>
            <a:r>
              <a:rPr lang="de-DE" dirty="0" err="1"/>
              <a:t>considered</a:t>
            </a:r>
            <a:r>
              <a:rPr lang="de-DE" dirty="0"/>
              <a:t>. </a:t>
            </a:r>
            <a:r>
              <a:rPr lang="de-DE" dirty="0" err="1"/>
              <a:t>Considering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a </a:t>
            </a:r>
            <a:r>
              <a:rPr lang="de-DE" dirty="0" err="1"/>
              <a:t>planning</a:t>
            </a:r>
            <a:r>
              <a:rPr lang="de-DE" dirty="0"/>
              <a:t> in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space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Improve</a:t>
            </a:r>
            <a:r>
              <a:rPr lang="de-DE" dirty="0"/>
              <a:t> MLP </a:t>
            </a:r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prediction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8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7172F28E5A5644908005270B771A6F" ma:contentTypeVersion="12" ma:contentTypeDescription="Create a new document." ma:contentTypeScope="" ma:versionID="17e97be2a68d9fd36511a4907e0a1898">
  <xsd:schema xmlns:xsd="http://www.w3.org/2001/XMLSchema" xmlns:xs="http://www.w3.org/2001/XMLSchema" xmlns:p="http://schemas.microsoft.com/office/2006/metadata/properties" xmlns:ns3="c2879638-1a48-4cc4-b389-27d72c96baee" targetNamespace="http://schemas.microsoft.com/office/2006/metadata/properties" ma:root="true" ma:fieldsID="d0960e6848a899e73c61c38b97c7ea51" ns3:_="">
    <xsd:import namespace="c2879638-1a48-4cc4-b389-27d72c96ba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79638-1a48-4cc4-b389-27d72c96b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2879638-1a48-4cc4-b389-27d72c96baee" xsi:nil="true"/>
  </documentManagement>
</p:properties>
</file>

<file path=customXml/itemProps1.xml><?xml version="1.0" encoding="utf-8"?>
<ds:datastoreItem xmlns:ds="http://schemas.openxmlformats.org/officeDocument/2006/customXml" ds:itemID="{DEA2C57D-94DF-4D29-9208-C563C7B721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879638-1a48-4cc4-b389-27d72c96ba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C5592C-D0F0-4E06-9255-28B4ABC42E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EB32CA-033C-4C45-A777-BC9D04A190AA}">
  <ds:schemaRefs>
    <ds:schemaRef ds:uri="http://schemas.microsoft.com/office/2006/metadata/properties"/>
    <ds:schemaRef ds:uri="http://schemas.microsoft.com/office/infopath/2007/PartnerControls"/>
    <ds:schemaRef ds:uri="c2879638-1a48-4cc4-b389-27d72c96ba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Meeting Notes 17.09.</vt:lpstr>
      <vt:lpstr>Optimization Pipeline</vt:lpstr>
      <vt:lpstr>Evaluation  pipeline results</vt:lpstr>
      <vt:lpstr>Evaluation pipeline</vt:lpstr>
      <vt:lpstr>Evaluation  pipeline</vt:lpstr>
      <vt:lpstr>Conclusion</vt:lpstr>
      <vt:lpstr>3D Results</vt:lpstr>
      <vt:lpstr>Thought looking foreward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3</cp:revision>
  <dcterms:created xsi:type="dcterms:W3CDTF">2026-09-17T08:22:20Z</dcterms:created>
  <dcterms:modified xsi:type="dcterms:W3CDTF">2026-09-17T12:35:14Z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0x010100FC7172F28E5A5644908005270B771A6F</vt:lpwstr>
  </property>
</Properties>
</file>