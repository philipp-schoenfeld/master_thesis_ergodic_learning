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FC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30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1116" y="6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D20C4-1503-CFA2-2A67-BD1FD66E5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29A1E-7D46-258E-756E-ACA022A64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D2CB0-0CDB-9070-5EF7-50AFDE678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EB2E-0F37-4D75-99E9-F8488837EE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5C8F8-A24D-5C5B-70A2-523902FD5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323ED-1D05-0125-66D5-9E5F2204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407A-39F3-4151-B1AD-21E52E3F8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9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F22A4-C361-3803-D190-1FFBE8EB1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40B78-F0F3-4897-3EAA-7B5162A11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62C28-C5D3-01FC-28E6-3A10B510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EB2E-0F37-4D75-99E9-F8488837EE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3BB3D-8425-831A-4923-45567F542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D0952-F40B-87D1-D75A-5300DD8AA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407A-39F3-4151-B1AD-21E52E3F8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585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A592B-AA10-FFDE-37F2-8793326C9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E67C5-A1BC-7577-5A1F-07DD1BF24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9F8A2-FA36-55DF-EB85-EEE858DEF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EB2E-0F37-4D75-99E9-F8488837EE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30C563-E230-F668-3B0D-E995EEF10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E3D69-6022-7C04-D34E-B05CAABDF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407A-39F3-4151-B1AD-21E52E3F8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0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82FDD-F0DB-7DFB-105F-F6CE51200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E7ABEC-84BB-D32C-482A-DB2618EE4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07D7A0-E7AD-0CA8-250E-4C34550CD2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D3296C-B308-4FA6-4880-B4F8BAAED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EB2E-0F37-4D75-99E9-F8488837EE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BE2A2-D2BD-58FE-E985-A37EE1536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A53B68-3B86-A619-D8FE-3E006C3B2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407A-39F3-4151-B1AD-21E52E3F8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419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D13BA-E59F-0CBD-5AA2-49E10AEAD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6CA3C-7B77-3CEA-A687-1F1277D61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2322F8-3675-532B-B1AB-B996CCF2FD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C0BAC-72CA-876F-9B14-5EB3BF728C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ACBBD6-CD91-2CC1-A189-E0DA8C62F4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639A1E-0883-DCE1-0278-9A9CC9D1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EB2E-0F37-4D75-99E9-F8488837EE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94FCF2-9413-120B-9E64-03C035C7C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3B9A38-683F-7226-BC44-D5FE0BAA5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407A-39F3-4151-B1AD-21E52E3F8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1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A587C-6A1E-B4FD-0CBF-0A2784C27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D3D018-6FD3-8DFD-D5B4-F61514869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EB2E-0F37-4D75-99E9-F8488837EE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E5C50A-CE84-98B2-7890-47990677A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7689EA-78F7-7594-5FF7-B0061E63A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407A-39F3-4151-B1AD-21E52E3F8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955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84FFA-C2FF-2A85-8C9A-2901CBF51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EB2E-0F37-4D75-99E9-F8488837EE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0878EC-4E32-EF7A-E06D-98EC18486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57F7A-148D-C197-BE1E-00A42977E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407A-39F3-4151-B1AD-21E52E3F8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877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514F3-42B4-5D30-579A-5C820FF52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46BA8-4BB6-55C4-665A-13C97741F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4443A-90A2-675D-C35D-4A9C5F6B41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D1589D-64B8-A2F8-6B75-2629DC3D6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EB2E-0F37-4D75-99E9-F8488837EE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316471-DCD0-0DE8-89F9-C928366D9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827CFA-69B1-AAAB-E99B-12F72A1DA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407A-39F3-4151-B1AD-21E52E3F8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426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82611-666B-A477-AB41-2F888785E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22CB6C-20C7-C010-AE97-4B17674FFE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CFD706-0D8C-C842-32B3-E435854939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9DC19-C653-1F44-5D53-1D2224F13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EB2E-0F37-4D75-99E9-F8488837EE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A0A80-A1F2-D8D9-F1C1-759E7D76D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9B63B-7108-AD7E-9F01-4773B591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407A-39F3-4151-B1AD-21E52E3F8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496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CB913-F2DE-23F2-9E19-CABE83E39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276930-F3E5-159F-054B-DA1E97FB3A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4449EA-911D-8A59-AFDD-F950F764E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EB2E-0F37-4D75-99E9-F8488837EE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3BECE-8618-A148-204D-A873AD4F1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88013-BB9B-E4DC-104B-0DC307657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407A-39F3-4151-B1AD-21E52E3F8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731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71EF10-1EB0-FF46-184A-B243392D0E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81CA2-A8DF-4643-9300-997099F61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A3CA7-1993-95D3-B403-32B3904A7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6EB2E-0F37-4D75-99E9-F8488837EE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95D9E-29C5-5452-6E47-070ED84F0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5D59A-728A-A37B-30EA-0CFC12647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F407A-39F3-4151-B1AD-21E52E3F8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03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CC52DE-AACA-4C70-0439-178E7D1A0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AFE17-8BC6-7468-FF46-CA5372F34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091A0-6621-7180-68B9-8B9805EA39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86EB2E-0F37-4D75-99E9-F8488837EE5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E62F0D-0024-8509-605C-C54E4A0E7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0C750-AB08-834E-3C41-4D2C93FF1E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8F407A-39F3-4151-B1AD-21E52E3F8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176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C41BC-DD4F-8BB8-0B30-C105763C4C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Meeting Notes 01_10.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347304-AD70-279F-DACB-534E76F056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5128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FB060-BD02-CEE1-A956-F4A5480F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Evaluation </a:t>
            </a:r>
            <a:r>
              <a:rPr lang="de-DE" dirty="0" err="1"/>
              <a:t>results</a:t>
            </a:r>
            <a:r>
              <a:rPr lang="de-DE" dirty="0"/>
              <a:t> – </a:t>
            </a:r>
            <a:r>
              <a:rPr lang="de-DE" dirty="0" err="1"/>
              <a:t>trajectory</a:t>
            </a:r>
            <a:r>
              <a:rPr lang="de-DE" dirty="0"/>
              <a:t> </a:t>
            </a:r>
            <a:r>
              <a:rPr lang="de-DE" dirty="0" err="1"/>
              <a:t>distributions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2F9C56-1044-9225-4DB7-99E5156563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536" y="1400491"/>
            <a:ext cx="7940339" cy="5457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926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67899-02F7-134F-DF79-357C2DD9E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CA8FB35-BB35-0B45-4F73-902FD4960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B9A219C-ABE3-F402-CBF7-7663B80572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381" y="1826208"/>
            <a:ext cx="9015238" cy="489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357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92449-BC80-780B-17E2-A5394C313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455599-C15E-AE06-9BA2-AE5404AA95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139" y="1825625"/>
            <a:ext cx="71637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455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10E70-0E6F-8D5D-ED28-12F4B67E3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D344D79-4FD8-4487-6061-7DB8CD1E15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548" y="1825625"/>
            <a:ext cx="9782904" cy="43513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F67F3E5-5B39-2E7F-D3EC-023490845203}"/>
              </a:ext>
            </a:extLst>
          </p:cNvPr>
          <p:cNvSpPr/>
          <p:nvPr/>
        </p:nvSpPr>
        <p:spPr>
          <a:xfrm>
            <a:off x="6096000" y="2743200"/>
            <a:ext cx="4891452" cy="3433763"/>
          </a:xfrm>
          <a:prstGeom prst="rect">
            <a:avLst/>
          </a:prstGeom>
          <a:solidFill>
            <a:srgbClr val="FCF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89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7226-6203-8A93-1772-BC4B0FEE5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Path </a:t>
            </a:r>
            <a:r>
              <a:rPr lang="de-DE" dirty="0" err="1"/>
              <a:t>length</a:t>
            </a:r>
            <a:r>
              <a:rPr lang="de-DE" dirty="0"/>
              <a:t> and </a:t>
            </a:r>
            <a:r>
              <a:rPr lang="de-DE" dirty="0" err="1"/>
              <a:t>smoothness</a:t>
            </a:r>
            <a:endParaRPr lang="en-US" dirty="0"/>
          </a:p>
        </p:txBody>
      </p:sp>
      <p:pic>
        <p:nvPicPr>
          <p:cNvPr id="21" name="Content Placeholder 20">
            <a:extLst>
              <a:ext uri="{FF2B5EF4-FFF2-40B4-BE49-F238E27FC236}">
                <a16:creationId xmlns:a16="http://schemas.microsoft.com/office/drawing/2014/main" id="{F55D1DD5-B2AA-55B1-7135-BBE19E2D96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800" y="1825625"/>
            <a:ext cx="1032239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026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F6EC3-7DE1-0B76-418C-A5F1D6127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Other </a:t>
            </a:r>
            <a:r>
              <a:rPr lang="de-DE" dirty="0" err="1"/>
              <a:t>talking</a:t>
            </a:r>
            <a:r>
              <a:rPr lang="de-DE" dirty="0"/>
              <a:t> </a:t>
            </a:r>
            <a:r>
              <a:rPr lang="de-DE" dirty="0" err="1"/>
              <a:t>point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85B8E8B8-324F-3B58-F3A0-4AA5168A3F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Real Robot </a:t>
            </a:r>
            <a:r>
              <a:rPr lang="de-DE" dirty="0" err="1"/>
              <a:t>tests</a:t>
            </a:r>
            <a:r>
              <a:rPr lang="de-DE" dirty="0"/>
              <a:t>?</a:t>
            </a:r>
          </a:p>
          <a:p>
            <a:r>
              <a:rPr lang="de-DE" dirty="0" err="1"/>
              <a:t>Prepare</a:t>
            </a:r>
            <a:r>
              <a:rPr lang="de-DE" dirty="0"/>
              <a:t> a </a:t>
            </a:r>
            <a:r>
              <a:rPr lang="de-DE" dirty="0" err="1"/>
              <a:t>testing</a:t>
            </a:r>
            <a:r>
              <a:rPr lang="de-DE" dirty="0"/>
              <a:t> </a:t>
            </a:r>
            <a:r>
              <a:rPr lang="de-DE" dirty="0" err="1"/>
              <a:t>setup</a:t>
            </a:r>
            <a:endParaRPr lang="de-DE" dirty="0"/>
          </a:p>
          <a:p>
            <a:r>
              <a:rPr lang="de-DE" dirty="0"/>
              <a:t>3D </a:t>
            </a:r>
            <a:r>
              <a:rPr lang="de-DE" dirty="0" err="1"/>
              <a:t>robot</a:t>
            </a:r>
            <a:r>
              <a:rPr lang="de-DE" dirty="0"/>
              <a:t> arm </a:t>
            </a:r>
            <a:r>
              <a:rPr lang="de-DE" dirty="0" err="1"/>
              <a:t>trajectory</a:t>
            </a:r>
            <a:r>
              <a:rPr lang="de-DE" dirty="0"/>
              <a:t> </a:t>
            </a:r>
            <a:r>
              <a:rPr lang="de-DE" dirty="0" err="1"/>
              <a:t>constraints</a:t>
            </a:r>
            <a:r>
              <a:rPr lang="de-DE" dirty="0"/>
              <a:t> (</a:t>
            </a:r>
            <a:r>
              <a:rPr lang="de-DE" dirty="0" err="1"/>
              <a:t>constraints</a:t>
            </a:r>
            <a:r>
              <a:rPr lang="de-DE" dirty="0"/>
              <a:t> not just on </a:t>
            </a:r>
            <a:r>
              <a:rPr lang="de-DE" dirty="0" err="1"/>
              <a:t>surface</a:t>
            </a:r>
            <a:r>
              <a:rPr lang="de-DE" dirty="0"/>
              <a:t>) </a:t>
            </a:r>
            <a:r>
              <a:rPr lang="de-DE" dirty="0" err="1"/>
              <a:t>are</a:t>
            </a:r>
            <a:r>
              <a:rPr lang="de-DE" dirty="0"/>
              <a:t> so </a:t>
            </a:r>
            <a:r>
              <a:rPr lang="de-DE" dirty="0" err="1"/>
              <a:t>far</a:t>
            </a:r>
            <a:r>
              <a:rPr lang="de-DE" dirty="0"/>
              <a:t> not </a:t>
            </a:r>
            <a:r>
              <a:rPr lang="de-DE" dirty="0" err="1"/>
              <a:t>considered</a:t>
            </a:r>
            <a:r>
              <a:rPr lang="de-DE" dirty="0"/>
              <a:t>. </a:t>
            </a:r>
            <a:r>
              <a:rPr lang="de-DE" dirty="0" err="1"/>
              <a:t>Considering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would</a:t>
            </a:r>
            <a:r>
              <a:rPr lang="de-DE" dirty="0"/>
              <a:t> </a:t>
            </a:r>
            <a:r>
              <a:rPr lang="de-DE" dirty="0" err="1"/>
              <a:t>need</a:t>
            </a:r>
            <a:r>
              <a:rPr lang="de-DE" dirty="0"/>
              <a:t> a </a:t>
            </a:r>
            <a:r>
              <a:rPr lang="de-DE" dirty="0" err="1"/>
              <a:t>planning</a:t>
            </a:r>
            <a:r>
              <a:rPr lang="de-DE" dirty="0"/>
              <a:t> in </a:t>
            </a:r>
            <a:r>
              <a:rPr lang="de-DE" dirty="0" err="1"/>
              <a:t>joint</a:t>
            </a:r>
            <a:r>
              <a:rPr lang="de-DE" dirty="0"/>
              <a:t> </a:t>
            </a:r>
            <a:r>
              <a:rPr lang="de-DE" dirty="0" err="1"/>
              <a:t>space</a:t>
            </a:r>
            <a:endParaRPr lang="de-DE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7998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Meeting Notes 01_10.</vt:lpstr>
      <vt:lpstr>Evaluation results – trajectory distributions</vt:lpstr>
      <vt:lpstr>PowerPoint Presentation</vt:lpstr>
      <vt:lpstr>PowerPoint Presentation</vt:lpstr>
      <vt:lpstr>PowerPoint Presentation</vt:lpstr>
      <vt:lpstr>Path length and smoothness</vt:lpstr>
      <vt:lpstr>Other talking 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Philipp Schönfeld</dc:creator>
  <cp:lastModifiedBy>Philipp Schönfeld</cp:lastModifiedBy>
  <cp:revision>2</cp:revision>
  <dcterms:created xsi:type="dcterms:W3CDTF">2026-10-01T11:11:51Z</dcterms:created>
  <dcterms:modified xsi:type="dcterms:W3CDTF">2026-10-01T13:12:40Z</dcterms:modified>
</cp:coreProperties>
</file>